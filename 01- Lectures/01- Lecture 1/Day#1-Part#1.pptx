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7" r:id="rId3"/>
    <p:sldId id="261" r:id="rId4"/>
    <p:sldId id="262" r:id="rId5"/>
    <p:sldId id="264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4F8"/>
    <a:srgbClr val="152BFF"/>
    <a:srgbClr val="0000FF"/>
    <a:srgbClr val="243F88"/>
    <a:srgbClr val="374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>
      <p:cViewPr>
        <p:scale>
          <a:sx n="75" d="100"/>
          <a:sy n="75" d="100"/>
        </p:scale>
        <p:origin x="59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0529E-4191-4899-8114-2DC569F6A679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7BBE5-8478-496D-8591-9F74DEB67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5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6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1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6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40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5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26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7BBE5-8478-496D-8591-9F74DEB67A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1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3D22-5ECE-FE6B-FD2A-8CC93CCCB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D3C3C-0645-0C83-1A80-2AA49A021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FAC3D-7019-6824-69E7-6DA1A0F8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E8357-307F-EAB9-5A50-681D363A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5386-09E3-398C-4C9A-B088BB8C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4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0F99-4F9E-7B20-EA84-54A73FB4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0B02-BA01-79DF-D8AA-A893881E7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5563A-0BAA-A567-3AC1-171517BD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22916-DF02-2227-4CC8-FEAB4CB1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FBF5-AD1E-8649-FBAB-89F47856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3E6D-44D3-2693-AB24-9BD24B15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10416-46F5-90BD-6CDE-8ABD6C82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82E17-115E-0824-13F7-8D3C2EC9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8E7B6-93DC-A57C-5147-83F98194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ABB49-69E6-D706-D1B3-E147B3CE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6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4D80-13F7-F9E0-6FAA-FD93B436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A4110-7B72-5259-A631-4FA89B0B0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4CAC-9403-3B15-B43E-86ABE6B10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102F-ACF4-876A-6A3C-9CA37282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8FFA8-01D8-9A08-F73B-D913257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BEAFD-4AEE-DAFA-3316-DCF36EC0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2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6530-A130-4008-7878-F9229B33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A0A6F-F8EE-D5AA-54C7-19E66C83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34D3-EBC9-F757-FA3A-916F2A68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95ECB-1773-E084-478F-1C2C37109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C1A55-4516-0E06-A217-818D75ED1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8CC4C-E8EF-0290-A1F8-10ED22E2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7031F-012B-B3DE-24E6-BB36756E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D890B-82B3-93AB-DD26-613B7D91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1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08F9-6627-B977-A630-870C2869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AB69B-1B33-5A08-944B-B82DEF39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79AE2-61F6-0CA4-CD4E-96C016DF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14333-D4E3-EB5E-6939-0918A2DC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0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15E8A-136C-1828-D830-8753050F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B7556-1DB6-EB8C-5486-293C5F1D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70933-A286-6767-EEFC-63E7ED8F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6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E574-EC3D-36F9-972C-ED3C4BBE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A5C7F-24F3-76DD-F8A9-1CAE624F9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D3A2-EF23-A141-5FDB-26C6D6739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503EA-062E-004E-8243-B832B6D5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19F15-4ABF-2243-A63A-1C21DECA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44F89-D6EF-FB45-8C7C-BE7B0218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1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A296-98A4-14C1-A9D7-4D477407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623F9-3F1E-966B-D9EA-76CCDE839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EE14C-AE0F-0805-5A3A-F105107F7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8EE9A-5A66-3DB0-2838-B1F0225A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008E9-DBA7-6EB6-BDB4-BE97447F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417CA-AC90-A411-75B0-9946CE74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4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A8E4-BC89-A73D-6C75-6289834D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47C88-4BD8-2A8D-8A8A-53058F643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8B6DB-9C9D-E536-9099-896CB858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DF270-0174-382E-6565-B870F7D6D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CDBDB-F5EF-0B7B-052C-C6938344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0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EFD73-597E-C831-D263-9AA18A265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17EE5-BCEF-2B1A-C854-585BACA27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BCB3B-CFDD-9418-2633-98CB2344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5791-54B4-F4A5-6859-3B513EC3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FDB92-4180-D3DE-B092-10F19DDB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6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7C680-5022-AC78-D66F-B4D28BD4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05146-1318-EB7B-C6CE-05C1E6C43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0E2B6-9E17-84F1-4248-50614AB04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280F6-D57A-4C03-9808-7EF177BB9F7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E266B-5D0E-8363-D058-3410C7392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49DDE-497E-5691-71BA-A11F0DC84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CF984-F792-497D-BB51-FB333AE73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140A-20F2-96BD-3752-68207AE0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729" y="1305851"/>
            <a:ext cx="9260541" cy="3119717"/>
          </a:xfrm>
        </p:spPr>
        <p:txBody>
          <a:bodyPr>
            <a:normAutofit/>
          </a:bodyPr>
          <a:lstStyle/>
          <a:p>
            <a:pPr algn="ctr"/>
            <a:br>
              <a:rPr lang="en-US" sz="5400" dirty="0">
                <a:solidFill>
                  <a:srgbClr val="243F8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5400" dirty="0">
                <a:solidFill>
                  <a:srgbClr val="243F8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sz="5400" dirty="0">
                <a:solidFill>
                  <a:srgbClr val="243F8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5400" dirty="0">
                <a:solidFill>
                  <a:srgbClr val="243F8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Programming Language</a:t>
            </a:r>
            <a:endParaRPr lang="en-US" sz="5400" dirty="0">
              <a:solidFill>
                <a:srgbClr val="243F8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B5B1F-DB2D-A0A9-F33F-68963CB80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078182" cy="13700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5F5F73E-E548-0436-9B07-899ADADB19DB}"/>
              </a:ext>
            </a:extLst>
          </p:cNvPr>
          <p:cNvSpPr txBox="1">
            <a:spLocks/>
          </p:cNvSpPr>
          <p:nvPr/>
        </p:nvSpPr>
        <p:spPr>
          <a:xfrm>
            <a:off x="5284117" y="4130845"/>
            <a:ext cx="1623766" cy="1421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243F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1</a:t>
            </a:r>
          </a:p>
          <a:p>
            <a:pPr algn="ctr"/>
            <a:r>
              <a:rPr lang="en-US" sz="4000" dirty="0">
                <a:solidFill>
                  <a:srgbClr val="243F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  <a:endParaRPr lang="en-US" sz="5400" dirty="0">
              <a:solidFill>
                <a:srgbClr val="243F8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0C0436-9AFC-198B-87CB-BD23B1A60C01}"/>
              </a:ext>
            </a:extLst>
          </p:cNvPr>
          <p:cNvSpPr txBox="1">
            <a:spLocks/>
          </p:cNvSpPr>
          <p:nvPr/>
        </p:nvSpPr>
        <p:spPr>
          <a:xfrm>
            <a:off x="10883153" y="66838"/>
            <a:ext cx="1308846" cy="408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solidFill>
                  <a:srgbClr val="243F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10/8/2022</a:t>
            </a:r>
            <a:endParaRPr lang="en-US" sz="2800" dirty="0">
              <a:solidFill>
                <a:srgbClr val="243F8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E7549EB-898D-164C-EBC6-AC9232DC4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5027" y="179270"/>
            <a:ext cx="248194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6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3144709" y="139091"/>
            <a:ext cx="5902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Introduction To C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9547E-851F-162C-B2DD-6BE65AE010BC}"/>
              </a:ext>
            </a:extLst>
          </p:cNvPr>
          <p:cNvSpPr txBox="1"/>
          <p:nvPr/>
        </p:nvSpPr>
        <p:spPr>
          <a:xfrm>
            <a:off x="676834" y="982108"/>
            <a:ext cx="11156578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 is structured programming, it means that the C program is composed of small parts each part called </a:t>
            </a:r>
            <a:r>
              <a:rPr lang="en-US" sz="1800" b="1" i="1" dirty="0">
                <a:solidFill>
                  <a:srgbClr val="376092"/>
                </a:solidFill>
                <a:effectLst/>
                <a:latin typeface="Calibri" panose="020F0502020204030204" pitchFamily="34" charset="0"/>
              </a:rPr>
              <a:t>“function”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first function to be executed (The entry point of the program) is called </a:t>
            </a:r>
            <a:r>
              <a:rPr lang="en-US" sz="1800" b="1" i="1" dirty="0">
                <a:solidFill>
                  <a:srgbClr val="376092"/>
                </a:solidFill>
                <a:effectLst/>
                <a:latin typeface="Calibri" panose="020F0502020204030204" pitchFamily="34" charset="0"/>
              </a:rPr>
              <a:t>“main”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Sometimes, we may write some functions in a stand alone file for organizing, this file is called </a:t>
            </a:r>
            <a:r>
              <a:rPr lang="en-US" sz="1800" b="1" i="1" dirty="0">
                <a:solidFill>
                  <a:srgbClr val="376092"/>
                </a:solidFill>
                <a:effectLst/>
                <a:latin typeface="Calibri" panose="020F0502020204030204" pitchFamily="34" charset="0"/>
              </a:rPr>
              <a:t>“library”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DFFE9E-6D1D-7A2B-A0B6-97128A38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8" y="2813842"/>
            <a:ext cx="8640381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9D07A-58B8-41D6-6F1D-57164512E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8" y="898398"/>
            <a:ext cx="7726175" cy="50612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4EABD8-611F-0297-F78E-47BD7A4B0B05}"/>
              </a:ext>
            </a:extLst>
          </p:cNvPr>
          <p:cNvSpPr txBox="1"/>
          <p:nvPr/>
        </p:nvSpPr>
        <p:spPr>
          <a:xfrm>
            <a:off x="4446494" y="188259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Hello world in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B13A5-C7FF-E148-5149-2127F527693A}"/>
              </a:ext>
            </a:extLst>
          </p:cNvPr>
          <p:cNvSpPr txBox="1"/>
          <p:nvPr/>
        </p:nvSpPr>
        <p:spPr>
          <a:xfrm>
            <a:off x="9246155" y="1236562"/>
            <a:ext cx="2037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Multiline comment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653EB-88BE-A180-E84F-6155C265F7A5}"/>
              </a:ext>
            </a:extLst>
          </p:cNvPr>
          <p:cNvSpPr txBox="1"/>
          <p:nvPr/>
        </p:nvSpPr>
        <p:spPr>
          <a:xfrm>
            <a:off x="8850521" y="1861640"/>
            <a:ext cx="2037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Include command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28804-5BFD-6D8A-2060-1289AA0CD2AC}"/>
              </a:ext>
            </a:extLst>
          </p:cNvPr>
          <p:cNvSpPr txBox="1"/>
          <p:nvPr/>
        </p:nvSpPr>
        <p:spPr>
          <a:xfrm>
            <a:off x="8662735" y="2803909"/>
            <a:ext cx="234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Single line comment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CEF60-ABA8-04D1-8C54-7516CFA8011E}"/>
              </a:ext>
            </a:extLst>
          </p:cNvPr>
          <p:cNvSpPr txBox="1"/>
          <p:nvPr/>
        </p:nvSpPr>
        <p:spPr>
          <a:xfrm>
            <a:off x="8815134" y="4498923"/>
            <a:ext cx="2037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printf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function call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D4B480-06AE-4C21-1036-742F55D8D2B6}"/>
              </a:ext>
            </a:extLst>
          </p:cNvPr>
          <p:cNvSpPr txBox="1"/>
          <p:nvPr/>
        </p:nvSpPr>
        <p:spPr>
          <a:xfrm>
            <a:off x="8850521" y="5212318"/>
            <a:ext cx="282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Any line inside a</a:t>
            </a:r>
            <a:b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function must ends</a:t>
            </a:r>
            <a:b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8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with semicolon </a:t>
            </a:r>
            <a:r>
              <a:rPr lang="en-US" sz="1800" b="1" i="1" dirty="0">
                <a:solidFill>
                  <a:srgbClr val="152BFF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1" dirty="0"/>
              <a:t> </a:t>
            </a:r>
            <a:endParaRPr lang="en-US" sz="1800" b="1" i="1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D9DD28-40D2-7C70-B0AC-2F172930778E}"/>
              </a:ext>
            </a:extLst>
          </p:cNvPr>
          <p:cNvCxnSpPr>
            <a:cxnSpLocks/>
          </p:cNvCxnSpPr>
          <p:nvPr/>
        </p:nvCxnSpPr>
        <p:spPr>
          <a:xfrm flipH="1" flipV="1">
            <a:off x="7191108" y="1439091"/>
            <a:ext cx="1981200" cy="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986405-94BC-5833-593C-18BC82750DC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280212" y="2046306"/>
            <a:ext cx="3570309" cy="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7D2AFF-D9C3-C172-1440-33115FF237A4}"/>
              </a:ext>
            </a:extLst>
          </p:cNvPr>
          <p:cNvCxnSpPr>
            <a:cxnSpLocks/>
          </p:cNvCxnSpPr>
          <p:nvPr/>
        </p:nvCxnSpPr>
        <p:spPr>
          <a:xfrm flipH="1">
            <a:off x="7130948" y="3051328"/>
            <a:ext cx="1433175" cy="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408FC2A-371F-BD9E-0E26-2F4FFF638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12756" y="4927282"/>
            <a:ext cx="2152001" cy="170475"/>
          </a:xfrm>
          <a:prstGeom prst="bentConnector3">
            <a:avLst>
              <a:gd name="adj1" fmla="val 844"/>
            </a:avLst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C0331D7-F76F-5818-ECF8-9517794BBA41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7065371" y="5331463"/>
            <a:ext cx="1785151" cy="342521"/>
          </a:xfrm>
          <a:prstGeom prst="bentConnector3">
            <a:avLst>
              <a:gd name="adj1" fmla="val 99716"/>
            </a:avLst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35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1675B-9131-F20F-17D4-90969B0C3914}"/>
              </a:ext>
            </a:extLst>
          </p:cNvPr>
          <p:cNvSpPr txBox="1"/>
          <p:nvPr/>
        </p:nvSpPr>
        <p:spPr>
          <a:xfrm>
            <a:off x="4820771" y="142545"/>
            <a:ext cx="2550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Comments in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756FD-43E4-8B06-1CD9-F2FBF359E7E8}"/>
              </a:ext>
            </a:extLst>
          </p:cNvPr>
          <p:cNvSpPr txBox="1"/>
          <p:nvPr/>
        </p:nvSpPr>
        <p:spPr>
          <a:xfrm>
            <a:off x="1030938" y="742308"/>
            <a:ext cx="10416991" cy="170296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Comments are non-executable text used to provide documentation for the code. It provide clarity to the C source code allowing others to better understand what the code was intended to accomplish.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always recommended to use comments in your code, for that in EELU we have a rule, at least one comment for each code line.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5765B-08B4-B7E9-180C-869C0FB110F9}"/>
              </a:ext>
            </a:extLst>
          </p:cNvPr>
          <p:cNvSpPr txBox="1"/>
          <p:nvPr/>
        </p:nvSpPr>
        <p:spPr>
          <a:xfrm>
            <a:off x="1030938" y="2445275"/>
            <a:ext cx="6938686" cy="8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i="0" dirty="0">
                <a:solidFill>
                  <a:srgbClr val="152BFF"/>
                </a:solidFill>
                <a:effectLst/>
                <a:latin typeface="Consolas" panose="020B0609020204030204" pitchFamily="49" charset="0"/>
              </a:rPr>
              <a:t>Single-line comment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Any line preceded by two forward slashes </a:t>
            </a:r>
            <a:r>
              <a:rPr lang="en-US" b="1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dirty="0"/>
              <a:t> </a:t>
            </a:r>
            <a:endParaRPr lang="en-US" b="1" dirty="0">
              <a:solidFill>
                <a:srgbClr val="152BFF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B35727-DF20-D1A3-3852-E10233E8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568" y="3325324"/>
            <a:ext cx="6620998" cy="475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00C290-6B6E-1F1E-5F79-D8E7BAAD3B11}"/>
              </a:ext>
            </a:extLst>
          </p:cNvPr>
          <p:cNvSpPr txBox="1"/>
          <p:nvPr/>
        </p:nvSpPr>
        <p:spPr>
          <a:xfrm>
            <a:off x="1030938" y="3708217"/>
            <a:ext cx="6938686" cy="8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1800" b="1" i="0" dirty="0">
                <a:solidFill>
                  <a:srgbClr val="152BFF"/>
                </a:solidFill>
                <a:effectLst/>
                <a:latin typeface="Consolas" panose="020B0609020204030204" pitchFamily="49" charset="0"/>
              </a:rPr>
              <a:t>Multi-line comment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Any text starts with </a:t>
            </a:r>
            <a:r>
              <a:rPr lang="en-US" b="0" i="0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/*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ends with </a:t>
            </a:r>
            <a:r>
              <a:rPr lang="en-US" b="0" i="0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*/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15910E-3FD1-6521-5D33-D3852E1E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568" y="5079633"/>
            <a:ext cx="6620998" cy="36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1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1675B-9131-F20F-17D4-90969B0C3914}"/>
              </a:ext>
            </a:extLst>
          </p:cNvPr>
          <p:cNvSpPr txBox="1"/>
          <p:nvPr/>
        </p:nvSpPr>
        <p:spPr>
          <a:xfrm>
            <a:off x="4820770" y="160475"/>
            <a:ext cx="2550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Strings in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756FD-43E4-8B06-1CD9-F2FBF359E7E8}"/>
              </a:ext>
            </a:extLst>
          </p:cNvPr>
          <p:cNvSpPr txBox="1"/>
          <p:nvPr/>
        </p:nvSpPr>
        <p:spPr>
          <a:xfrm>
            <a:off x="1030938" y="742308"/>
            <a:ext cx="7672671" cy="254056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comprised of a set of characters that can also contain spaces, special characters and numbers.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C string is represented between double quotation  </a:t>
            </a:r>
            <a:r>
              <a:rPr lang="en-US" sz="1800" b="0" i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 This is string “.</a:t>
            </a:r>
            <a:r>
              <a:rPr lang="en-US" i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800" b="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function will print the string passed to it as it 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Escape operator may be used inside the string 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\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, this operator may insert tab, new line or quotes.</a:t>
            </a:r>
            <a:r>
              <a:rPr lang="en-US" dirty="0"/>
              <a:t> </a:t>
            </a:r>
            <a:endParaRPr lang="en-US" i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55366-9750-1BAD-5915-E015EFF0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609" y="1181176"/>
            <a:ext cx="3077421" cy="1663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6DE23-FF0B-E176-D22E-709857A1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656" y="3721743"/>
            <a:ext cx="3572374" cy="2152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E62D6E-E013-BC95-61A8-11B1E52FA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314" y="4473388"/>
            <a:ext cx="5600560" cy="722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179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1675B-9131-F20F-17D4-90969B0C3914}"/>
              </a:ext>
            </a:extLst>
          </p:cNvPr>
          <p:cNvSpPr txBox="1"/>
          <p:nvPr/>
        </p:nvSpPr>
        <p:spPr>
          <a:xfrm>
            <a:off x="4820770" y="160475"/>
            <a:ext cx="2550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52B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756FD-43E4-8B06-1CD9-F2FBF359E7E8}"/>
              </a:ext>
            </a:extLst>
          </p:cNvPr>
          <p:cNvSpPr txBox="1"/>
          <p:nvPr/>
        </p:nvSpPr>
        <p:spPr>
          <a:xfrm>
            <a:off x="435461" y="1019724"/>
            <a:ext cx="7672671" cy="13153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Write a C code that will print your short biography.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Name, Birth Year, Faculty, and graduation year</a:t>
            </a:r>
            <a:r>
              <a:rPr lang="en-US" sz="2800" dirty="0"/>
              <a:t> .</a:t>
            </a:r>
            <a:endParaRPr lang="en-US" sz="2800" i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992F5-3E38-620E-F548-B9E3F4B7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688" y="2732668"/>
            <a:ext cx="4425516" cy="2944980"/>
          </a:xfrm>
          <a:prstGeom prst="rect">
            <a:avLst/>
          </a:prstGeom>
        </p:spPr>
      </p:pic>
      <p:pic>
        <p:nvPicPr>
          <p:cNvPr id="10" name="Graphic 9" descr="Let's code&#10;">
            <a:extLst>
              <a:ext uri="{FF2B5EF4-FFF2-40B4-BE49-F238E27FC236}">
                <a16:creationId xmlns:a16="http://schemas.microsoft.com/office/drawing/2014/main" id="{1C79AFEE-34E0-83B2-6FA4-5F2F3F8EB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6553" y="2125525"/>
            <a:ext cx="4454631" cy="457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AF4B7B-E29A-053A-633F-0738B5AE5623}"/>
              </a:ext>
            </a:extLst>
          </p:cNvPr>
          <p:cNvSpPr txBox="1"/>
          <p:nvPr/>
        </p:nvSpPr>
        <p:spPr>
          <a:xfrm>
            <a:off x="3066652" y="3450122"/>
            <a:ext cx="1967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Let’s code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67E291-C439-69B4-AA8A-4414A6C94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132" y="1218516"/>
            <a:ext cx="3900915" cy="13153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FBE58F-D673-1317-F6E0-403C31F68393}"/>
              </a:ext>
            </a:extLst>
          </p:cNvPr>
          <p:cNvSpPr txBox="1"/>
          <p:nvPr/>
        </p:nvSpPr>
        <p:spPr>
          <a:xfrm>
            <a:off x="9031291" y="749788"/>
            <a:ext cx="205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Expected Output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6033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4722066" y="136384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Variable in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9547E-851F-162C-B2DD-6BE65AE010BC}"/>
              </a:ext>
            </a:extLst>
          </p:cNvPr>
          <p:cNvSpPr txBox="1"/>
          <p:nvPr/>
        </p:nvSpPr>
        <p:spPr>
          <a:xfrm>
            <a:off x="696462" y="659604"/>
            <a:ext cx="11156578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Variable is a part from the memory, used to hold a piece of data.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variable has a 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type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name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 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value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types of the variables differs in 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Size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and/or </a:t>
            </a:r>
            <a:r>
              <a:rPr lang="en-US" sz="1800" b="0" i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Data to be saved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409837-405C-1F88-D6EA-91473E137EE7}"/>
              </a:ext>
            </a:extLst>
          </p:cNvPr>
          <p:cNvSpPr/>
          <p:nvPr/>
        </p:nvSpPr>
        <p:spPr>
          <a:xfrm>
            <a:off x="4495800" y="2567465"/>
            <a:ext cx="3200400" cy="58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Primitive Data Types</a:t>
            </a:r>
            <a:endParaRPr lang="en-US" sz="2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880294-EA6B-F25D-D7A1-7219829EB0CA}"/>
              </a:ext>
            </a:extLst>
          </p:cNvPr>
          <p:cNvSpPr/>
          <p:nvPr/>
        </p:nvSpPr>
        <p:spPr>
          <a:xfrm>
            <a:off x="2286000" y="3442496"/>
            <a:ext cx="2832100" cy="23868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40B43A-0FC1-9919-D69F-D8A614AF3FC5}"/>
              </a:ext>
            </a:extLst>
          </p:cNvPr>
          <p:cNvSpPr/>
          <p:nvPr/>
        </p:nvSpPr>
        <p:spPr>
          <a:xfrm>
            <a:off x="7469934" y="3442496"/>
            <a:ext cx="2832100" cy="238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0D473-1A4D-CAD4-6D69-65D4B2477F34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7696200" y="2859565"/>
            <a:ext cx="1189784" cy="58293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62AC14-AAFA-8792-49CF-CDE6C26ADB8E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flipH="1">
            <a:off x="3702050" y="2859565"/>
            <a:ext cx="793750" cy="58293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9DEA5C-3FA3-AB34-3F73-22369E0753B0}"/>
              </a:ext>
            </a:extLst>
          </p:cNvPr>
          <p:cNvSpPr/>
          <p:nvPr/>
        </p:nvSpPr>
        <p:spPr>
          <a:xfrm>
            <a:off x="3054350" y="3748074"/>
            <a:ext cx="1295400" cy="57354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char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1C804C-1B91-F87C-E4E7-89343473C3D6}"/>
              </a:ext>
            </a:extLst>
          </p:cNvPr>
          <p:cNvSpPr/>
          <p:nvPr/>
        </p:nvSpPr>
        <p:spPr>
          <a:xfrm>
            <a:off x="3054350" y="4973235"/>
            <a:ext cx="1295400" cy="57354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383FEC-6DD7-2A27-982E-00B334E92149}"/>
              </a:ext>
            </a:extLst>
          </p:cNvPr>
          <p:cNvSpPr/>
          <p:nvPr/>
        </p:nvSpPr>
        <p:spPr>
          <a:xfrm>
            <a:off x="8238284" y="3748074"/>
            <a:ext cx="1295400" cy="57354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float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30CF4D-B11C-A97E-D7EF-4596E5AA59C8}"/>
              </a:ext>
            </a:extLst>
          </p:cNvPr>
          <p:cNvSpPr/>
          <p:nvPr/>
        </p:nvSpPr>
        <p:spPr>
          <a:xfrm>
            <a:off x="8238284" y="4973235"/>
            <a:ext cx="1295400" cy="57354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double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1E6D3E-C4A3-EBCF-077A-4E2EA65EFED6}"/>
              </a:ext>
            </a:extLst>
          </p:cNvPr>
          <p:cNvCxnSpPr/>
          <p:nvPr/>
        </p:nvCxnSpPr>
        <p:spPr>
          <a:xfrm flipV="1">
            <a:off x="1257300" y="4034847"/>
            <a:ext cx="1797050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6E3674-6AC0-004B-A41A-47AEF2496D68}"/>
              </a:ext>
            </a:extLst>
          </p:cNvPr>
          <p:cNvCxnSpPr/>
          <p:nvPr/>
        </p:nvCxnSpPr>
        <p:spPr>
          <a:xfrm flipV="1">
            <a:off x="1257300" y="5260008"/>
            <a:ext cx="1797050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1B1940B-C8D6-347F-06B8-EB79587CBDB7}"/>
              </a:ext>
            </a:extLst>
          </p:cNvPr>
          <p:cNvSpPr txBox="1"/>
          <p:nvPr/>
        </p:nvSpPr>
        <p:spPr>
          <a:xfrm>
            <a:off x="149372" y="3632920"/>
            <a:ext cx="192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Normally one Byte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2D9810-E4EC-CB63-77DD-34DC2F549E05}"/>
              </a:ext>
            </a:extLst>
          </p:cNvPr>
          <p:cNvSpPr txBox="1"/>
          <p:nvPr/>
        </p:nvSpPr>
        <p:spPr>
          <a:xfrm>
            <a:off x="92280" y="4858080"/>
            <a:ext cx="167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Normally 4 Byte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82808C-2105-013F-F3E6-8857FC77889F}"/>
              </a:ext>
            </a:extLst>
          </p:cNvPr>
          <p:cNvCxnSpPr>
            <a:cxnSpLocks/>
          </p:cNvCxnSpPr>
          <p:nvPr/>
        </p:nvCxnSpPr>
        <p:spPr>
          <a:xfrm flipH="1" flipV="1">
            <a:off x="9533684" y="4034847"/>
            <a:ext cx="1933370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D96B6D-E91E-39AA-A1A8-73F24C2AC555}"/>
              </a:ext>
            </a:extLst>
          </p:cNvPr>
          <p:cNvCxnSpPr>
            <a:cxnSpLocks/>
          </p:cNvCxnSpPr>
          <p:nvPr/>
        </p:nvCxnSpPr>
        <p:spPr>
          <a:xfrm flipH="1" flipV="1">
            <a:off x="9639300" y="5260008"/>
            <a:ext cx="1827754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F2183C3-9B1A-858A-B78F-B140B2CF4DF7}"/>
              </a:ext>
            </a:extLst>
          </p:cNvPr>
          <p:cNvSpPr txBox="1"/>
          <p:nvPr/>
        </p:nvSpPr>
        <p:spPr>
          <a:xfrm>
            <a:off x="10302034" y="3614462"/>
            <a:ext cx="168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Normally 4 Byte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AA47FB-DA59-8115-CACF-A3A2ED0959F0}"/>
              </a:ext>
            </a:extLst>
          </p:cNvPr>
          <p:cNvSpPr txBox="1"/>
          <p:nvPr/>
        </p:nvSpPr>
        <p:spPr>
          <a:xfrm>
            <a:off x="10302034" y="4801269"/>
            <a:ext cx="167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Normally 8 Byte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6CE611-4A32-98E0-726B-89753FAC2C0E}"/>
              </a:ext>
            </a:extLst>
          </p:cNvPr>
          <p:cNvSpPr txBox="1"/>
          <p:nvPr/>
        </p:nvSpPr>
        <p:spPr>
          <a:xfrm>
            <a:off x="748776" y="5909297"/>
            <a:ext cx="104145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mbria" panose="02040503050406030204" pitchFamily="18" charset="0"/>
              </a:rPr>
              <a:t> 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types size may differ from one compiler to other, this issue will be discussed later.</a:t>
            </a:r>
            <a:r>
              <a:rPr lang="en-US" sz="20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02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E6DFFAF9-4EDB-D8BD-EDE7-A2DA8F1FC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38835" y="863228"/>
            <a:ext cx="3381375" cy="3381375"/>
          </a:xfrm>
          <a:custGeom>
            <a:avLst/>
            <a:gdLst/>
            <a:ahLst/>
            <a:cxnLst/>
            <a:rect l="l" t="t" r="r" b="b"/>
            <a:pathLst>
              <a:path w="3381375" h="3381375">
                <a:moveTo>
                  <a:pt x="1848144" y="1585511"/>
                </a:moveTo>
                <a:lnTo>
                  <a:pt x="1864664" y="1585511"/>
                </a:lnTo>
                <a:lnTo>
                  <a:pt x="1864664" y="1611668"/>
                </a:lnTo>
                <a:cubicBezTo>
                  <a:pt x="1859387" y="1617633"/>
                  <a:pt x="1854195" y="1622165"/>
                  <a:pt x="1849090" y="1625262"/>
                </a:cubicBezTo>
                <a:cubicBezTo>
                  <a:pt x="1843985" y="1628360"/>
                  <a:pt x="1838392" y="1629908"/>
                  <a:pt x="1832312" y="1629908"/>
                </a:cubicBezTo>
                <a:cubicBezTo>
                  <a:pt x="1825085" y="1629908"/>
                  <a:pt x="1819435" y="1628073"/>
                  <a:pt x="1815362" y="1624402"/>
                </a:cubicBezTo>
                <a:cubicBezTo>
                  <a:pt x="1811289" y="1620731"/>
                  <a:pt x="1809253" y="1615683"/>
                  <a:pt x="1809253" y="1609258"/>
                </a:cubicBezTo>
                <a:cubicBezTo>
                  <a:pt x="1809253" y="1605473"/>
                  <a:pt x="1809970" y="1602117"/>
                  <a:pt x="1811404" y="1599192"/>
                </a:cubicBezTo>
                <a:cubicBezTo>
                  <a:pt x="1812838" y="1596266"/>
                  <a:pt x="1815104" y="1593771"/>
                  <a:pt x="1818201" y="1591706"/>
                </a:cubicBezTo>
                <a:cubicBezTo>
                  <a:pt x="1821299" y="1589641"/>
                  <a:pt x="1825314" y="1588092"/>
                  <a:pt x="1830247" y="1587060"/>
                </a:cubicBezTo>
                <a:cubicBezTo>
                  <a:pt x="1835180" y="1586027"/>
                  <a:pt x="1841146" y="1585511"/>
                  <a:pt x="1848144" y="1585511"/>
                </a:cubicBezTo>
                <a:close/>
                <a:moveTo>
                  <a:pt x="1467144" y="1585511"/>
                </a:moveTo>
                <a:lnTo>
                  <a:pt x="1483664" y="1585511"/>
                </a:lnTo>
                <a:lnTo>
                  <a:pt x="1483664" y="1611668"/>
                </a:lnTo>
                <a:cubicBezTo>
                  <a:pt x="1478387" y="1617633"/>
                  <a:pt x="1473195" y="1622165"/>
                  <a:pt x="1468090" y="1625262"/>
                </a:cubicBezTo>
                <a:cubicBezTo>
                  <a:pt x="1462985" y="1628360"/>
                  <a:pt x="1457392" y="1629908"/>
                  <a:pt x="1451312" y="1629908"/>
                </a:cubicBezTo>
                <a:cubicBezTo>
                  <a:pt x="1444085" y="1629908"/>
                  <a:pt x="1438435" y="1628073"/>
                  <a:pt x="1434362" y="1624402"/>
                </a:cubicBezTo>
                <a:cubicBezTo>
                  <a:pt x="1430289" y="1620731"/>
                  <a:pt x="1428253" y="1615683"/>
                  <a:pt x="1428253" y="1609258"/>
                </a:cubicBezTo>
                <a:cubicBezTo>
                  <a:pt x="1428253" y="1605473"/>
                  <a:pt x="1428970" y="1602117"/>
                  <a:pt x="1430404" y="1599192"/>
                </a:cubicBezTo>
                <a:cubicBezTo>
                  <a:pt x="1431838" y="1596266"/>
                  <a:pt x="1434104" y="1593771"/>
                  <a:pt x="1437201" y="1591706"/>
                </a:cubicBezTo>
                <a:cubicBezTo>
                  <a:pt x="1440299" y="1589641"/>
                  <a:pt x="1444314" y="1588092"/>
                  <a:pt x="1449247" y="1587060"/>
                </a:cubicBezTo>
                <a:cubicBezTo>
                  <a:pt x="1454180" y="1586027"/>
                  <a:pt x="1460146" y="1585511"/>
                  <a:pt x="1467144" y="1585511"/>
                </a:cubicBezTo>
                <a:close/>
                <a:moveTo>
                  <a:pt x="2026993" y="1524422"/>
                </a:moveTo>
                <a:cubicBezTo>
                  <a:pt x="2032844" y="1524422"/>
                  <a:pt x="2037691" y="1525827"/>
                  <a:pt x="2041534" y="1528638"/>
                </a:cubicBezTo>
                <a:cubicBezTo>
                  <a:pt x="2045377" y="1531448"/>
                  <a:pt x="2048504" y="1535206"/>
                  <a:pt x="2050913" y="1539909"/>
                </a:cubicBezTo>
                <a:cubicBezTo>
                  <a:pt x="2053322" y="1544613"/>
                  <a:pt x="2055014" y="1550005"/>
                  <a:pt x="2055989" y="1556085"/>
                </a:cubicBezTo>
                <a:cubicBezTo>
                  <a:pt x="2056964" y="1562165"/>
                  <a:pt x="2057452" y="1568475"/>
                  <a:pt x="2057452" y="1575014"/>
                </a:cubicBezTo>
                <a:cubicBezTo>
                  <a:pt x="2057452" y="1580865"/>
                  <a:pt x="2056878" y="1586716"/>
                  <a:pt x="2055731" y="1592566"/>
                </a:cubicBezTo>
                <a:cubicBezTo>
                  <a:pt x="2054584" y="1598417"/>
                  <a:pt x="2052720" y="1603637"/>
                  <a:pt x="2050138" y="1608226"/>
                </a:cubicBezTo>
                <a:cubicBezTo>
                  <a:pt x="2047557" y="1612815"/>
                  <a:pt x="2044316" y="1616543"/>
                  <a:pt x="2040416" y="1619411"/>
                </a:cubicBezTo>
                <a:cubicBezTo>
                  <a:pt x="2036515" y="1622279"/>
                  <a:pt x="2031754" y="1623713"/>
                  <a:pt x="2026133" y="1623713"/>
                </a:cubicBezTo>
                <a:cubicBezTo>
                  <a:pt x="2020053" y="1623713"/>
                  <a:pt x="2014231" y="1621677"/>
                  <a:pt x="2008667" y="1617604"/>
                </a:cubicBezTo>
                <a:cubicBezTo>
                  <a:pt x="2003103" y="1613532"/>
                  <a:pt x="1997280" y="1607595"/>
                  <a:pt x="1991200" y="1599794"/>
                </a:cubicBezTo>
                <a:lnTo>
                  <a:pt x="1991200" y="1548857"/>
                </a:lnTo>
                <a:cubicBezTo>
                  <a:pt x="1994642" y="1544269"/>
                  <a:pt x="1997911" y="1540425"/>
                  <a:pt x="2001009" y="1537328"/>
                </a:cubicBezTo>
                <a:cubicBezTo>
                  <a:pt x="2004106" y="1534230"/>
                  <a:pt x="2007118" y="1531707"/>
                  <a:pt x="2010043" y="1529756"/>
                </a:cubicBezTo>
                <a:cubicBezTo>
                  <a:pt x="2012969" y="1527806"/>
                  <a:pt x="2015808" y="1526429"/>
                  <a:pt x="2018561" y="1525626"/>
                </a:cubicBezTo>
                <a:cubicBezTo>
                  <a:pt x="2021315" y="1524823"/>
                  <a:pt x="2024125" y="1524422"/>
                  <a:pt x="2026993" y="1524422"/>
                </a:cubicBezTo>
                <a:close/>
                <a:moveTo>
                  <a:pt x="2292377" y="1518055"/>
                </a:moveTo>
                <a:cubicBezTo>
                  <a:pt x="2303276" y="1518055"/>
                  <a:pt x="2311335" y="1521525"/>
                  <a:pt x="2316555" y="1528466"/>
                </a:cubicBezTo>
                <a:cubicBezTo>
                  <a:pt x="2321775" y="1535406"/>
                  <a:pt x="2324213" y="1544957"/>
                  <a:pt x="2323868" y="1557117"/>
                </a:cubicBezTo>
                <a:lnTo>
                  <a:pt x="2259165" y="1557117"/>
                </a:lnTo>
                <a:cubicBezTo>
                  <a:pt x="2259395" y="1551726"/>
                  <a:pt x="2260226" y="1546649"/>
                  <a:pt x="2261660" y="1541888"/>
                </a:cubicBezTo>
                <a:cubicBezTo>
                  <a:pt x="2263094" y="1537127"/>
                  <a:pt x="2265159" y="1532997"/>
                  <a:pt x="2267855" y="1529498"/>
                </a:cubicBezTo>
                <a:cubicBezTo>
                  <a:pt x="2270551" y="1525999"/>
                  <a:pt x="2273936" y="1523217"/>
                  <a:pt x="2278008" y="1521152"/>
                </a:cubicBezTo>
                <a:cubicBezTo>
                  <a:pt x="2282081" y="1519087"/>
                  <a:pt x="2286871" y="1518055"/>
                  <a:pt x="2292377" y="1518055"/>
                </a:cubicBezTo>
                <a:close/>
                <a:moveTo>
                  <a:pt x="1712343" y="1490349"/>
                </a:moveTo>
                <a:cubicBezTo>
                  <a:pt x="1708098" y="1490349"/>
                  <a:pt x="1704599" y="1490521"/>
                  <a:pt x="1701846" y="1490866"/>
                </a:cubicBezTo>
                <a:cubicBezTo>
                  <a:pt x="1699092" y="1491210"/>
                  <a:pt x="1696884" y="1491697"/>
                  <a:pt x="1695221" y="1492328"/>
                </a:cubicBezTo>
                <a:cubicBezTo>
                  <a:pt x="1693557" y="1492959"/>
                  <a:pt x="1692381" y="1493705"/>
                  <a:pt x="1691693" y="1494565"/>
                </a:cubicBezTo>
                <a:cubicBezTo>
                  <a:pt x="1691005" y="1495426"/>
                  <a:pt x="1690660" y="1496430"/>
                  <a:pt x="1690660" y="1497577"/>
                </a:cubicBezTo>
                <a:lnTo>
                  <a:pt x="1690660" y="1650730"/>
                </a:lnTo>
                <a:cubicBezTo>
                  <a:pt x="1690660" y="1651878"/>
                  <a:pt x="1691005" y="1652881"/>
                  <a:pt x="1691693" y="1653742"/>
                </a:cubicBezTo>
                <a:cubicBezTo>
                  <a:pt x="1692381" y="1654602"/>
                  <a:pt x="1693557" y="1655319"/>
                  <a:pt x="1695221" y="1655893"/>
                </a:cubicBezTo>
                <a:cubicBezTo>
                  <a:pt x="1696884" y="1656466"/>
                  <a:pt x="1699092" y="1656897"/>
                  <a:pt x="1701846" y="1657183"/>
                </a:cubicBezTo>
                <a:cubicBezTo>
                  <a:pt x="1704599" y="1657470"/>
                  <a:pt x="1708098" y="1657614"/>
                  <a:pt x="1712343" y="1657614"/>
                </a:cubicBezTo>
                <a:cubicBezTo>
                  <a:pt x="1716587" y="1657614"/>
                  <a:pt x="1720087" y="1657470"/>
                  <a:pt x="1722840" y="1657183"/>
                </a:cubicBezTo>
                <a:cubicBezTo>
                  <a:pt x="1725593" y="1656897"/>
                  <a:pt x="1727802" y="1656466"/>
                  <a:pt x="1729465" y="1655893"/>
                </a:cubicBezTo>
                <a:cubicBezTo>
                  <a:pt x="1731129" y="1655319"/>
                  <a:pt x="1732304" y="1654602"/>
                  <a:pt x="1732993" y="1653742"/>
                </a:cubicBezTo>
                <a:cubicBezTo>
                  <a:pt x="1733681" y="1652881"/>
                  <a:pt x="1734025" y="1651878"/>
                  <a:pt x="1734025" y="1650730"/>
                </a:cubicBezTo>
                <a:lnTo>
                  <a:pt x="1734025" y="1497577"/>
                </a:lnTo>
                <a:cubicBezTo>
                  <a:pt x="1734025" y="1496430"/>
                  <a:pt x="1733681" y="1495426"/>
                  <a:pt x="1732993" y="1494565"/>
                </a:cubicBezTo>
                <a:cubicBezTo>
                  <a:pt x="1732304" y="1493705"/>
                  <a:pt x="1731129" y="1492959"/>
                  <a:pt x="1729465" y="1492328"/>
                </a:cubicBezTo>
                <a:cubicBezTo>
                  <a:pt x="1727802" y="1491697"/>
                  <a:pt x="1725593" y="1491210"/>
                  <a:pt x="1722840" y="1490866"/>
                </a:cubicBezTo>
                <a:cubicBezTo>
                  <a:pt x="1720087" y="1490521"/>
                  <a:pt x="1716587" y="1490349"/>
                  <a:pt x="1712343" y="1490349"/>
                </a:cubicBezTo>
                <a:close/>
                <a:moveTo>
                  <a:pt x="2293410" y="1487424"/>
                </a:moveTo>
                <a:cubicBezTo>
                  <a:pt x="2281249" y="1487424"/>
                  <a:pt x="2270322" y="1489432"/>
                  <a:pt x="2260628" y="1493447"/>
                </a:cubicBezTo>
                <a:cubicBezTo>
                  <a:pt x="2250934" y="1497462"/>
                  <a:pt x="2242703" y="1503284"/>
                  <a:pt x="2235934" y="1510913"/>
                </a:cubicBezTo>
                <a:cubicBezTo>
                  <a:pt x="2229165" y="1518542"/>
                  <a:pt x="2224003" y="1527835"/>
                  <a:pt x="2220447" y="1538791"/>
                </a:cubicBezTo>
                <a:cubicBezTo>
                  <a:pt x="2216890" y="1549747"/>
                  <a:pt x="2215112" y="1562050"/>
                  <a:pt x="2215112" y="1575702"/>
                </a:cubicBezTo>
                <a:cubicBezTo>
                  <a:pt x="2215112" y="1590043"/>
                  <a:pt x="2216804" y="1602547"/>
                  <a:pt x="2220189" y="1613216"/>
                </a:cubicBezTo>
                <a:cubicBezTo>
                  <a:pt x="2223573" y="1623885"/>
                  <a:pt x="2228707" y="1632719"/>
                  <a:pt x="2235590" y="1639717"/>
                </a:cubicBezTo>
                <a:cubicBezTo>
                  <a:pt x="2242473" y="1646715"/>
                  <a:pt x="2251049" y="1651935"/>
                  <a:pt x="2261316" y="1655377"/>
                </a:cubicBezTo>
                <a:cubicBezTo>
                  <a:pt x="2271584" y="1658818"/>
                  <a:pt x="2283544" y="1660539"/>
                  <a:pt x="2297195" y="1660539"/>
                </a:cubicBezTo>
                <a:cubicBezTo>
                  <a:pt x="2304767" y="1660539"/>
                  <a:pt x="2311880" y="1660051"/>
                  <a:pt x="2318534" y="1659076"/>
                </a:cubicBezTo>
                <a:cubicBezTo>
                  <a:pt x="2325188" y="1658101"/>
                  <a:pt x="2331096" y="1656954"/>
                  <a:pt x="2336258" y="1655635"/>
                </a:cubicBezTo>
                <a:cubicBezTo>
                  <a:pt x="2341421" y="1654315"/>
                  <a:pt x="2345665" y="1652967"/>
                  <a:pt x="2348992" y="1651591"/>
                </a:cubicBezTo>
                <a:cubicBezTo>
                  <a:pt x="2352319" y="1650214"/>
                  <a:pt x="2354355" y="1649124"/>
                  <a:pt x="2355101" y="1648321"/>
                </a:cubicBezTo>
                <a:cubicBezTo>
                  <a:pt x="2355847" y="1647518"/>
                  <a:pt x="2356449" y="1646686"/>
                  <a:pt x="2356908" y="1645826"/>
                </a:cubicBezTo>
                <a:cubicBezTo>
                  <a:pt x="2357367" y="1644966"/>
                  <a:pt x="2357711" y="1643904"/>
                  <a:pt x="2357941" y="1642642"/>
                </a:cubicBezTo>
                <a:cubicBezTo>
                  <a:pt x="2358170" y="1641381"/>
                  <a:pt x="2358342" y="1639860"/>
                  <a:pt x="2358457" y="1638082"/>
                </a:cubicBezTo>
                <a:cubicBezTo>
                  <a:pt x="2358572" y="1636304"/>
                  <a:pt x="2358629" y="1634153"/>
                  <a:pt x="2358629" y="1631629"/>
                </a:cubicBezTo>
                <a:cubicBezTo>
                  <a:pt x="2358629" y="1628761"/>
                  <a:pt x="2358543" y="1626381"/>
                  <a:pt x="2358371" y="1624488"/>
                </a:cubicBezTo>
                <a:cubicBezTo>
                  <a:pt x="2358199" y="1622595"/>
                  <a:pt x="2357883" y="1621132"/>
                  <a:pt x="2357424" y="1620100"/>
                </a:cubicBezTo>
                <a:cubicBezTo>
                  <a:pt x="2356965" y="1619067"/>
                  <a:pt x="2356392" y="1618350"/>
                  <a:pt x="2355704" y="1617949"/>
                </a:cubicBezTo>
                <a:cubicBezTo>
                  <a:pt x="2355015" y="1617547"/>
                  <a:pt x="2354155" y="1617346"/>
                  <a:pt x="2353122" y="1617346"/>
                </a:cubicBezTo>
                <a:cubicBezTo>
                  <a:pt x="2351401" y="1617346"/>
                  <a:pt x="2349165" y="1617891"/>
                  <a:pt x="2346411" y="1618981"/>
                </a:cubicBezTo>
                <a:cubicBezTo>
                  <a:pt x="2343658" y="1620071"/>
                  <a:pt x="2340187" y="1621276"/>
                  <a:pt x="2336000" y="1622595"/>
                </a:cubicBezTo>
                <a:cubicBezTo>
                  <a:pt x="2331813" y="1623914"/>
                  <a:pt x="2326851" y="1625119"/>
                  <a:pt x="2321115" y="1626209"/>
                </a:cubicBezTo>
                <a:cubicBezTo>
                  <a:pt x="2315379" y="1627298"/>
                  <a:pt x="2308725" y="1627843"/>
                  <a:pt x="2301153" y="1627843"/>
                </a:cubicBezTo>
                <a:cubicBezTo>
                  <a:pt x="2293697" y="1627843"/>
                  <a:pt x="2287301" y="1626868"/>
                  <a:pt x="2281966" y="1624918"/>
                </a:cubicBezTo>
                <a:cubicBezTo>
                  <a:pt x="2276632" y="1622968"/>
                  <a:pt x="2272272" y="1620128"/>
                  <a:pt x="2268888" y="1616400"/>
                </a:cubicBezTo>
                <a:cubicBezTo>
                  <a:pt x="2265504" y="1612671"/>
                  <a:pt x="2263037" y="1608140"/>
                  <a:pt x="2261488" y="1602805"/>
                </a:cubicBezTo>
                <a:cubicBezTo>
                  <a:pt x="2259940" y="1597471"/>
                  <a:pt x="2259165" y="1591534"/>
                  <a:pt x="2259165" y="1584995"/>
                </a:cubicBezTo>
                <a:lnTo>
                  <a:pt x="2352606" y="1584995"/>
                </a:lnTo>
                <a:cubicBezTo>
                  <a:pt x="2356736" y="1584995"/>
                  <a:pt x="2359977" y="1583733"/>
                  <a:pt x="2362329" y="1581209"/>
                </a:cubicBezTo>
                <a:cubicBezTo>
                  <a:pt x="2364681" y="1578685"/>
                  <a:pt x="2365857" y="1574785"/>
                  <a:pt x="2365857" y="1569507"/>
                </a:cubicBezTo>
                <a:lnTo>
                  <a:pt x="2365857" y="1562624"/>
                </a:lnTo>
                <a:cubicBezTo>
                  <a:pt x="2365857" y="1551840"/>
                  <a:pt x="2364480" y="1541859"/>
                  <a:pt x="2361727" y="1532682"/>
                </a:cubicBezTo>
                <a:cubicBezTo>
                  <a:pt x="2358973" y="1523504"/>
                  <a:pt x="2354671" y="1515560"/>
                  <a:pt x="2348820" y="1508848"/>
                </a:cubicBezTo>
                <a:cubicBezTo>
                  <a:pt x="2342969" y="1502137"/>
                  <a:pt x="2335484" y="1496889"/>
                  <a:pt x="2326363" y="1493103"/>
                </a:cubicBezTo>
                <a:cubicBezTo>
                  <a:pt x="2317243" y="1489317"/>
                  <a:pt x="2306259" y="1487424"/>
                  <a:pt x="2293410" y="1487424"/>
                </a:cubicBezTo>
                <a:close/>
                <a:moveTo>
                  <a:pt x="1839368" y="1487424"/>
                </a:moveTo>
                <a:cubicBezTo>
                  <a:pt x="1832599" y="1487424"/>
                  <a:pt x="1826031" y="1487969"/>
                  <a:pt x="1819664" y="1489059"/>
                </a:cubicBezTo>
                <a:cubicBezTo>
                  <a:pt x="1813297" y="1490149"/>
                  <a:pt x="1807418" y="1491554"/>
                  <a:pt x="1802026" y="1493275"/>
                </a:cubicBezTo>
                <a:cubicBezTo>
                  <a:pt x="1796634" y="1494996"/>
                  <a:pt x="1791930" y="1496860"/>
                  <a:pt x="1787915" y="1498867"/>
                </a:cubicBezTo>
                <a:cubicBezTo>
                  <a:pt x="1783900" y="1500875"/>
                  <a:pt x="1781089" y="1502711"/>
                  <a:pt x="1779483" y="1504374"/>
                </a:cubicBezTo>
                <a:cubicBezTo>
                  <a:pt x="1777877" y="1506038"/>
                  <a:pt x="1776787" y="1507902"/>
                  <a:pt x="1776213" y="1509967"/>
                </a:cubicBezTo>
                <a:cubicBezTo>
                  <a:pt x="1775640" y="1512032"/>
                  <a:pt x="1775353" y="1514842"/>
                  <a:pt x="1775353" y="1518399"/>
                </a:cubicBezTo>
                <a:cubicBezTo>
                  <a:pt x="1775353" y="1521037"/>
                  <a:pt x="1775525" y="1523447"/>
                  <a:pt x="1775869" y="1525626"/>
                </a:cubicBezTo>
                <a:cubicBezTo>
                  <a:pt x="1776213" y="1527806"/>
                  <a:pt x="1776701" y="1529642"/>
                  <a:pt x="1777332" y="1531133"/>
                </a:cubicBezTo>
                <a:cubicBezTo>
                  <a:pt x="1777963" y="1532624"/>
                  <a:pt x="1778766" y="1533772"/>
                  <a:pt x="1779741" y="1534575"/>
                </a:cubicBezTo>
                <a:cubicBezTo>
                  <a:pt x="1780716" y="1535378"/>
                  <a:pt x="1781835" y="1535779"/>
                  <a:pt x="1783097" y="1535779"/>
                </a:cubicBezTo>
                <a:cubicBezTo>
                  <a:pt x="1784932" y="1535779"/>
                  <a:pt x="1787313" y="1534976"/>
                  <a:pt x="1790238" y="1533370"/>
                </a:cubicBezTo>
                <a:cubicBezTo>
                  <a:pt x="1793163" y="1531764"/>
                  <a:pt x="1796806" y="1529986"/>
                  <a:pt x="1801165" y="1528035"/>
                </a:cubicBezTo>
                <a:cubicBezTo>
                  <a:pt x="1805525" y="1526085"/>
                  <a:pt x="1810544" y="1524307"/>
                  <a:pt x="1816223" y="1522701"/>
                </a:cubicBezTo>
                <a:cubicBezTo>
                  <a:pt x="1821901" y="1521095"/>
                  <a:pt x="1828354" y="1520292"/>
                  <a:pt x="1835582" y="1520292"/>
                </a:cubicBezTo>
                <a:cubicBezTo>
                  <a:pt x="1841088" y="1520292"/>
                  <a:pt x="1845706" y="1520865"/>
                  <a:pt x="1849434" y="1522013"/>
                </a:cubicBezTo>
                <a:cubicBezTo>
                  <a:pt x="1853163" y="1523160"/>
                  <a:pt x="1856146" y="1524938"/>
                  <a:pt x="1858383" y="1527347"/>
                </a:cubicBezTo>
                <a:cubicBezTo>
                  <a:pt x="1860620" y="1529756"/>
                  <a:pt x="1862226" y="1532768"/>
                  <a:pt x="1863201" y="1536381"/>
                </a:cubicBezTo>
                <a:cubicBezTo>
                  <a:pt x="1864176" y="1539995"/>
                  <a:pt x="1864664" y="1544211"/>
                  <a:pt x="1864664" y="1549030"/>
                </a:cubicBezTo>
                <a:lnTo>
                  <a:pt x="1864664" y="1558322"/>
                </a:lnTo>
                <a:lnTo>
                  <a:pt x="1849693" y="1558322"/>
                </a:lnTo>
                <a:cubicBezTo>
                  <a:pt x="1836041" y="1558322"/>
                  <a:pt x="1824052" y="1559355"/>
                  <a:pt x="1813727" y="1561420"/>
                </a:cubicBezTo>
                <a:cubicBezTo>
                  <a:pt x="1803402" y="1563484"/>
                  <a:pt x="1794769" y="1566668"/>
                  <a:pt x="1787829" y="1570970"/>
                </a:cubicBezTo>
                <a:cubicBezTo>
                  <a:pt x="1780888" y="1575272"/>
                  <a:pt x="1775668" y="1580721"/>
                  <a:pt x="1772169" y="1587318"/>
                </a:cubicBezTo>
                <a:cubicBezTo>
                  <a:pt x="1768670" y="1593914"/>
                  <a:pt x="1766921" y="1601687"/>
                  <a:pt x="1766921" y="1610635"/>
                </a:cubicBezTo>
                <a:cubicBezTo>
                  <a:pt x="1766921" y="1618895"/>
                  <a:pt x="1768298" y="1626123"/>
                  <a:pt x="1771051" y="1632317"/>
                </a:cubicBezTo>
                <a:cubicBezTo>
                  <a:pt x="1773804" y="1638512"/>
                  <a:pt x="1777676" y="1643704"/>
                  <a:pt x="1782666" y="1647891"/>
                </a:cubicBezTo>
                <a:cubicBezTo>
                  <a:pt x="1787657" y="1652078"/>
                  <a:pt x="1793565" y="1655233"/>
                  <a:pt x="1800391" y="1657356"/>
                </a:cubicBezTo>
                <a:cubicBezTo>
                  <a:pt x="1807217" y="1659478"/>
                  <a:pt x="1814702" y="1660539"/>
                  <a:pt x="1822848" y="1660539"/>
                </a:cubicBezTo>
                <a:cubicBezTo>
                  <a:pt x="1832714" y="1660539"/>
                  <a:pt x="1841691" y="1658646"/>
                  <a:pt x="1849779" y="1654860"/>
                </a:cubicBezTo>
                <a:cubicBezTo>
                  <a:pt x="1857866" y="1651074"/>
                  <a:pt x="1865065" y="1645797"/>
                  <a:pt x="1871375" y="1639029"/>
                </a:cubicBezTo>
                <a:lnTo>
                  <a:pt x="1871375" y="1651247"/>
                </a:lnTo>
                <a:cubicBezTo>
                  <a:pt x="1871375" y="1652853"/>
                  <a:pt x="1871863" y="1654115"/>
                  <a:pt x="1872838" y="1655032"/>
                </a:cubicBezTo>
                <a:cubicBezTo>
                  <a:pt x="1873813" y="1655950"/>
                  <a:pt x="1875476" y="1656610"/>
                  <a:pt x="1877828" y="1657011"/>
                </a:cubicBezTo>
                <a:cubicBezTo>
                  <a:pt x="1880180" y="1657413"/>
                  <a:pt x="1883937" y="1657614"/>
                  <a:pt x="1889099" y="1657614"/>
                </a:cubicBezTo>
                <a:cubicBezTo>
                  <a:pt x="1893918" y="1657614"/>
                  <a:pt x="1897560" y="1657413"/>
                  <a:pt x="1900027" y="1657011"/>
                </a:cubicBezTo>
                <a:cubicBezTo>
                  <a:pt x="1902493" y="1656610"/>
                  <a:pt x="1904300" y="1655950"/>
                  <a:pt x="1905447" y="1655032"/>
                </a:cubicBezTo>
                <a:cubicBezTo>
                  <a:pt x="1906594" y="1654115"/>
                  <a:pt x="1907168" y="1652853"/>
                  <a:pt x="1907168" y="1651247"/>
                </a:cubicBezTo>
                <a:lnTo>
                  <a:pt x="1907168" y="1547997"/>
                </a:lnTo>
                <a:cubicBezTo>
                  <a:pt x="1907168" y="1537443"/>
                  <a:pt x="1905906" y="1528322"/>
                  <a:pt x="1903382" y="1520636"/>
                </a:cubicBezTo>
                <a:cubicBezTo>
                  <a:pt x="1900858" y="1512950"/>
                  <a:pt x="1896843" y="1506669"/>
                  <a:pt x="1891337" y="1501793"/>
                </a:cubicBezTo>
                <a:cubicBezTo>
                  <a:pt x="1885830" y="1496917"/>
                  <a:pt x="1878803" y="1493304"/>
                  <a:pt x="1870256" y="1490952"/>
                </a:cubicBezTo>
                <a:cubicBezTo>
                  <a:pt x="1861710" y="1488600"/>
                  <a:pt x="1851413" y="1487424"/>
                  <a:pt x="1839368" y="1487424"/>
                </a:cubicBezTo>
                <a:close/>
                <a:moveTo>
                  <a:pt x="1644617" y="1487424"/>
                </a:moveTo>
                <a:cubicBezTo>
                  <a:pt x="1641404" y="1487424"/>
                  <a:pt x="1638192" y="1487854"/>
                  <a:pt x="1634980" y="1488715"/>
                </a:cubicBezTo>
                <a:cubicBezTo>
                  <a:pt x="1631768" y="1489575"/>
                  <a:pt x="1628556" y="1491095"/>
                  <a:pt x="1625343" y="1493275"/>
                </a:cubicBezTo>
                <a:cubicBezTo>
                  <a:pt x="1622131" y="1495455"/>
                  <a:pt x="1618747" y="1498409"/>
                  <a:pt x="1615191" y="1502137"/>
                </a:cubicBezTo>
                <a:cubicBezTo>
                  <a:pt x="1611634" y="1505866"/>
                  <a:pt x="1607848" y="1510598"/>
                  <a:pt x="1603833" y="1516334"/>
                </a:cubicBezTo>
                <a:lnTo>
                  <a:pt x="1603833" y="1497233"/>
                </a:lnTo>
                <a:cubicBezTo>
                  <a:pt x="1603833" y="1496085"/>
                  <a:pt x="1603546" y="1495082"/>
                  <a:pt x="1602973" y="1494221"/>
                </a:cubicBezTo>
                <a:cubicBezTo>
                  <a:pt x="1602399" y="1493361"/>
                  <a:pt x="1601453" y="1492644"/>
                  <a:pt x="1600133" y="1492070"/>
                </a:cubicBezTo>
                <a:cubicBezTo>
                  <a:pt x="1598814" y="1491497"/>
                  <a:pt x="1596950" y="1491066"/>
                  <a:pt x="1594541" y="1490780"/>
                </a:cubicBezTo>
                <a:cubicBezTo>
                  <a:pt x="1592132" y="1490493"/>
                  <a:pt x="1589091" y="1490349"/>
                  <a:pt x="1585420" y="1490349"/>
                </a:cubicBezTo>
                <a:cubicBezTo>
                  <a:pt x="1581864" y="1490349"/>
                  <a:pt x="1578910" y="1490493"/>
                  <a:pt x="1576558" y="1490780"/>
                </a:cubicBezTo>
                <a:cubicBezTo>
                  <a:pt x="1574206" y="1491066"/>
                  <a:pt x="1572285" y="1491497"/>
                  <a:pt x="1570793" y="1492070"/>
                </a:cubicBezTo>
                <a:cubicBezTo>
                  <a:pt x="1569302" y="1492644"/>
                  <a:pt x="1568269" y="1493361"/>
                  <a:pt x="1567696" y="1494221"/>
                </a:cubicBezTo>
                <a:cubicBezTo>
                  <a:pt x="1567122" y="1495082"/>
                  <a:pt x="1566835" y="1496085"/>
                  <a:pt x="1566835" y="1497233"/>
                </a:cubicBezTo>
                <a:lnTo>
                  <a:pt x="1566835" y="1650730"/>
                </a:lnTo>
                <a:cubicBezTo>
                  <a:pt x="1566835" y="1651878"/>
                  <a:pt x="1567180" y="1652881"/>
                  <a:pt x="1567868" y="1653742"/>
                </a:cubicBezTo>
                <a:cubicBezTo>
                  <a:pt x="1568556" y="1654602"/>
                  <a:pt x="1569732" y="1655319"/>
                  <a:pt x="1571396" y="1655893"/>
                </a:cubicBezTo>
                <a:cubicBezTo>
                  <a:pt x="1573059" y="1656466"/>
                  <a:pt x="1575267" y="1656897"/>
                  <a:pt x="1578021" y="1657183"/>
                </a:cubicBezTo>
                <a:cubicBezTo>
                  <a:pt x="1580774" y="1657470"/>
                  <a:pt x="1584273" y="1657614"/>
                  <a:pt x="1588518" y="1657614"/>
                </a:cubicBezTo>
                <a:cubicBezTo>
                  <a:pt x="1592763" y="1657614"/>
                  <a:pt x="1596262" y="1657470"/>
                  <a:pt x="1599015" y="1657183"/>
                </a:cubicBezTo>
                <a:cubicBezTo>
                  <a:pt x="1601768" y="1656897"/>
                  <a:pt x="1603977" y="1656466"/>
                  <a:pt x="1605640" y="1655893"/>
                </a:cubicBezTo>
                <a:cubicBezTo>
                  <a:pt x="1607303" y="1655319"/>
                  <a:pt x="1608479" y="1654602"/>
                  <a:pt x="1609168" y="1653742"/>
                </a:cubicBezTo>
                <a:cubicBezTo>
                  <a:pt x="1609856" y="1652881"/>
                  <a:pt x="1610200" y="1651878"/>
                  <a:pt x="1610200" y="1650730"/>
                </a:cubicBezTo>
                <a:lnTo>
                  <a:pt x="1610200" y="1555052"/>
                </a:lnTo>
                <a:cubicBezTo>
                  <a:pt x="1613412" y="1550005"/>
                  <a:pt x="1616424" y="1545760"/>
                  <a:pt x="1619235" y="1542318"/>
                </a:cubicBezTo>
                <a:cubicBezTo>
                  <a:pt x="1622045" y="1538877"/>
                  <a:pt x="1624741" y="1536123"/>
                  <a:pt x="1627322" y="1534058"/>
                </a:cubicBezTo>
                <a:cubicBezTo>
                  <a:pt x="1629904" y="1531993"/>
                  <a:pt x="1632399" y="1530473"/>
                  <a:pt x="1634808" y="1529498"/>
                </a:cubicBezTo>
                <a:cubicBezTo>
                  <a:pt x="1637217" y="1528523"/>
                  <a:pt x="1639626" y="1528035"/>
                  <a:pt x="1642035" y="1528035"/>
                </a:cubicBezTo>
                <a:cubicBezTo>
                  <a:pt x="1644100" y="1528035"/>
                  <a:pt x="1645993" y="1528236"/>
                  <a:pt x="1647714" y="1528638"/>
                </a:cubicBezTo>
                <a:cubicBezTo>
                  <a:pt x="1649435" y="1529039"/>
                  <a:pt x="1651012" y="1529469"/>
                  <a:pt x="1652447" y="1529928"/>
                </a:cubicBezTo>
                <a:cubicBezTo>
                  <a:pt x="1653880" y="1530387"/>
                  <a:pt x="1655171" y="1530817"/>
                  <a:pt x="1656318" y="1531219"/>
                </a:cubicBezTo>
                <a:cubicBezTo>
                  <a:pt x="1657466" y="1531621"/>
                  <a:pt x="1658498" y="1531821"/>
                  <a:pt x="1659416" y="1531821"/>
                </a:cubicBezTo>
                <a:cubicBezTo>
                  <a:pt x="1660563" y="1531821"/>
                  <a:pt x="1661509" y="1531534"/>
                  <a:pt x="1662255" y="1530961"/>
                </a:cubicBezTo>
                <a:cubicBezTo>
                  <a:pt x="1663001" y="1530387"/>
                  <a:pt x="1663603" y="1529355"/>
                  <a:pt x="1664062" y="1527863"/>
                </a:cubicBezTo>
                <a:cubicBezTo>
                  <a:pt x="1664521" y="1526372"/>
                  <a:pt x="1664865" y="1524307"/>
                  <a:pt x="1665095" y="1521668"/>
                </a:cubicBezTo>
                <a:cubicBezTo>
                  <a:pt x="1665324" y="1519030"/>
                  <a:pt x="1665439" y="1515646"/>
                  <a:pt x="1665439" y="1511516"/>
                </a:cubicBezTo>
                <a:cubicBezTo>
                  <a:pt x="1665439" y="1507386"/>
                  <a:pt x="1665381" y="1504116"/>
                  <a:pt x="1665267" y="1501707"/>
                </a:cubicBezTo>
                <a:cubicBezTo>
                  <a:pt x="1665152" y="1499298"/>
                  <a:pt x="1664980" y="1497491"/>
                  <a:pt x="1664750" y="1496286"/>
                </a:cubicBezTo>
                <a:cubicBezTo>
                  <a:pt x="1664521" y="1495082"/>
                  <a:pt x="1664263" y="1494135"/>
                  <a:pt x="1663976" y="1493447"/>
                </a:cubicBezTo>
                <a:cubicBezTo>
                  <a:pt x="1663689" y="1492759"/>
                  <a:pt x="1663230" y="1492128"/>
                  <a:pt x="1662599" y="1491554"/>
                </a:cubicBezTo>
                <a:cubicBezTo>
                  <a:pt x="1661968" y="1490980"/>
                  <a:pt x="1660965" y="1490435"/>
                  <a:pt x="1659588" y="1489919"/>
                </a:cubicBezTo>
                <a:cubicBezTo>
                  <a:pt x="1658211" y="1489403"/>
                  <a:pt x="1656605" y="1488944"/>
                  <a:pt x="1654770" y="1488543"/>
                </a:cubicBezTo>
                <a:cubicBezTo>
                  <a:pt x="1652934" y="1488141"/>
                  <a:pt x="1651156" y="1487854"/>
                  <a:pt x="1649435" y="1487682"/>
                </a:cubicBezTo>
                <a:cubicBezTo>
                  <a:pt x="1647714" y="1487510"/>
                  <a:pt x="1646108" y="1487424"/>
                  <a:pt x="1644617" y="1487424"/>
                </a:cubicBezTo>
                <a:close/>
                <a:moveTo>
                  <a:pt x="1458368" y="1487424"/>
                </a:moveTo>
                <a:cubicBezTo>
                  <a:pt x="1451599" y="1487424"/>
                  <a:pt x="1445031" y="1487969"/>
                  <a:pt x="1438664" y="1489059"/>
                </a:cubicBezTo>
                <a:cubicBezTo>
                  <a:pt x="1432297" y="1490149"/>
                  <a:pt x="1426418" y="1491554"/>
                  <a:pt x="1421026" y="1493275"/>
                </a:cubicBezTo>
                <a:cubicBezTo>
                  <a:pt x="1415634" y="1494996"/>
                  <a:pt x="1410930" y="1496860"/>
                  <a:pt x="1406915" y="1498867"/>
                </a:cubicBezTo>
                <a:cubicBezTo>
                  <a:pt x="1402900" y="1500875"/>
                  <a:pt x="1400089" y="1502711"/>
                  <a:pt x="1398483" y="1504374"/>
                </a:cubicBezTo>
                <a:cubicBezTo>
                  <a:pt x="1396877" y="1506038"/>
                  <a:pt x="1395787" y="1507902"/>
                  <a:pt x="1395213" y="1509967"/>
                </a:cubicBezTo>
                <a:cubicBezTo>
                  <a:pt x="1394640" y="1512032"/>
                  <a:pt x="1394353" y="1514842"/>
                  <a:pt x="1394353" y="1518399"/>
                </a:cubicBezTo>
                <a:cubicBezTo>
                  <a:pt x="1394353" y="1521037"/>
                  <a:pt x="1394525" y="1523447"/>
                  <a:pt x="1394869" y="1525626"/>
                </a:cubicBezTo>
                <a:cubicBezTo>
                  <a:pt x="1395213" y="1527806"/>
                  <a:pt x="1395701" y="1529642"/>
                  <a:pt x="1396332" y="1531133"/>
                </a:cubicBezTo>
                <a:cubicBezTo>
                  <a:pt x="1396963" y="1532624"/>
                  <a:pt x="1397766" y="1533772"/>
                  <a:pt x="1398741" y="1534575"/>
                </a:cubicBezTo>
                <a:cubicBezTo>
                  <a:pt x="1399716" y="1535378"/>
                  <a:pt x="1400835" y="1535779"/>
                  <a:pt x="1402097" y="1535779"/>
                </a:cubicBezTo>
                <a:cubicBezTo>
                  <a:pt x="1403932" y="1535779"/>
                  <a:pt x="1406313" y="1534976"/>
                  <a:pt x="1409238" y="1533370"/>
                </a:cubicBezTo>
                <a:cubicBezTo>
                  <a:pt x="1412163" y="1531764"/>
                  <a:pt x="1415806" y="1529986"/>
                  <a:pt x="1420165" y="1528035"/>
                </a:cubicBezTo>
                <a:cubicBezTo>
                  <a:pt x="1424525" y="1526085"/>
                  <a:pt x="1429544" y="1524307"/>
                  <a:pt x="1435223" y="1522701"/>
                </a:cubicBezTo>
                <a:cubicBezTo>
                  <a:pt x="1440901" y="1521095"/>
                  <a:pt x="1447354" y="1520292"/>
                  <a:pt x="1454582" y="1520292"/>
                </a:cubicBezTo>
                <a:cubicBezTo>
                  <a:pt x="1460088" y="1520292"/>
                  <a:pt x="1464706" y="1520865"/>
                  <a:pt x="1468434" y="1522013"/>
                </a:cubicBezTo>
                <a:cubicBezTo>
                  <a:pt x="1472163" y="1523160"/>
                  <a:pt x="1475146" y="1524938"/>
                  <a:pt x="1477383" y="1527347"/>
                </a:cubicBezTo>
                <a:cubicBezTo>
                  <a:pt x="1479620" y="1529756"/>
                  <a:pt x="1481226" y="1532768"/>
                  <a:pt x="1482201" y="1536381"/>
                </a:cubicBezTo>
                <a:cubicBezTo>
                  <a:pt x="1483176" y="1539995"/>
                  <a:pt x="1483664" y="1544211"/>
                  <a:pt x="1483664" y="1549030"/>
                </a:cubicBezTo>
                <a:lnTo>
                  <a:pt x="1483664" y="1558322"/>
                </a:lnTo>
                <a:lnTo>
                  <a:pt x="1468693" y="1558322"/>
                </a:lnTo>
                <a:cubicBezTo>
                  <a:pt x="1455041" y="1558322"/>
                  <a:pt x="1443052" y="1559355"/>
                  <a:pt x="1432727" y="1561420"/>
                </a:cubicBezTo>
                <a:cubicBezTo>
                  <a:pt x="1422402" y="1563484"/>
                  <a:pt x="1413770" y="1566668"/>
                  <a:pt x="1406829" y="1570970"/>
                </a:cubicBezTo>
                <a:cubicBezTo>
                  <a:pt x="1399888" y="1575272"/>
                  <a:pt x="1394668" y="1580721"/>
                  <a:pt x="1391169" y="1587318"/>
                </a:cubicBezTo>
                <a:cubicBezTo>
                  <a:pt x="1387670" y="1593914"/>
                  <a:pt x="1385921" y="1601687"/>
                  <a:pt x="1385921" y="1610635"/>
                </a:cubicBezTo>
                <a:cubicBezTo>
                  <a:pt x="1385921" y="1618895"/>
                  <a:pt x="1387298" y="1626123"/>
                  <a:pt x="1390051" y="1632317"/>
                </a:cubicBezTo>
                <a:cubicBezTo>
                  <a:pt x="1392804" y="1638512"/>
                  <a:pt x="1396676" y="1643704"/>
                  <a:pt x="1401666" y="1647891"/>
                </a:cubicBezTo>
                <a:cubicBezTo>
                  <a:pt x="1406657" y="1652078"/>
                  <a:pt x="1412565" y="1655233"/>
                  <a:pt x="1419391" y="1657356"/>
                </a:cubicBezTo>
                <a:cubicBezTo>
                  <a:pt x="1426217" y="1659478"/>
                  <a:pt x="1433702" y="1660539"/>
                  <a:pt x="1441848" y="1660539"/>
                </a:cubicBezTo>
                <a:cubicBezTo>
                  <a:pt x="1451714" y="1660539"/>
                  <a:pt x="1460691" y="1658646"/>
                  <a:pt x="1468779" y="1654860"/>
                </a:cubicBezTo>
                <a:cubicBezTo>
                  <a:pt x="1476867" y="1651074"/>
                  <a:pt x="1484065" y="1645797"/>
                  <a:pt x="1490375" y="1639029"/>
                </a:cubicBezTo>
                <a:lnTo>
                  <a:pt x="1490375" y="1651247"/>
                </a:lnTo>
                <a:cubicBezTo>
                  <a:pt x="1490375" y="1652853"/>
                  <a:pt x="1490863" y="1654115"/>
                  <a:pt x="1491838" y="1655032"/>
                </a:cubicBezTo>
                <a:cubicBezTo>
                  <a:pt x="1492813" y="1655950"/>
                  <a:pt x="1494476" y="1656610"/>
                  <a:pt x="1496828" y="1657011"/>
                </a:cubicBezTo>
                <a:cubicBezTo>
                  <a:pt x="1499180" y="1657413"/>
                  <a:pt x="1502937" y="1657614"/>
                  <a:pt x="1508099" y="1657614"/>
                </a:cubicBezTo>
                <a:cubicBezTo>
                  <a:pt x="1512918" y="1657614"/>
                  <a:pt x="1516560" y="1657413"/>
                  <a:pt x="1519027" y="1657011"/>
                </a:cubicBezTo>
                <a:cubicBezTo>
                  <a:pt x="1521493" y="1656610"/>
                  <a:pt x="1523300" y="1655950"/>
                  <a:pt x="1524447" y="1655032"/>
                </a:cubicBezTo>
                <a:cubicBezTo>
                  <a:pt x="1525595" y="1654115"/>
                  <a:pt x="1526168" y="1652853"/>
                  <a:pt x="1526168" y="1651247"/>
                </a:cubicBezTo>
                <a:lnTo>
                  <a:pt x="1526168" y="1547997"/>
                </a:lnTo>
                <a:cubicBezTo>
                  <a:pt x="1526168" y="1537443"/>
                  <a:pt x="1524906" y="1528322"/>
                  <a:pt x="1522382" y="1520636"/>
                </a:cubicBezTo>
                <a:cubicBezTo>
                  <a:pt x="1519858" y="1512950"/>
                  <a:pt x="1515843" y="1506669"/>
                  <a:pt x="1510337" y="1501793"/>
                </a:cubicBezTo>
                <a:cubicBezTo>
                  <a:pt x="1504830" y="1496917"/>
                  <a:pt x="1497803" y="1493304"/>
                  <a:pt x="1489256" y="1490952"/>
                </a:cubicBezTo>
                <a:cubicBezTo>
                  <a:pt x="1480710" y="1488600"/>
                  <a:pt x="1470413" y="1487424"/>
                  <a:pt x="1458368" y="1487424"/>
                </a:cubicBezTo>
                <a:close/>
                <a:moveTo>
                  <a:pt x="1210908" y="1432874"/>
                </a:moveTo>
                <a:cubicBezTo>
                  <a:pt x="1204713" y="1432874"/>
                  <a:pt x="1199895" y="1433017"/>
                  <a:pt x="1196453" y="1433304"/>
                </a:cubicBezTo>
                <a:cubicBezTo>
                  <a:pt x="1193012" y="1433591"/>
                  <a:pt x="1190574" y="1434337"/>
                  <a:pt x="1189140" y="1435541"/>
                </a:cubicBezTo>
                <a:cubicBezTo>
                  <a:pt x="1187706" y="1436746"/>
                  <a:pt x="1187132" y="1438553"/>
                  <a:pt x="1187419" y="1440962"/>
                </a:cubicBezTo>
                <a:cubicBezTo>
                  <a:pt x="1187706" y="1443371"/>
                  <a:pt x="1188538" y="1446640"/>
                  <a:pt x="1189914" y="1450770"/>
                </a:cubicBezTo>
                <a:lnTo>
                  <a:pt x="1256166" y="1648149"/>
                </a:lnTo>
                <a:cubicBezTo>
                  <a:pt x="1256625" y="1649640"/>
                  <a:pt x="1257112" y="1650874"/>
                  <a:pt x="1257629" y="1651849"/>
                </a:cubicBezTo>
                <a:cubicBezTo>
                  <a:pt x="1258145" y="1652824"/>
                  <a:pt x="1258891" y="1653656"/>
                  <a:pt x="1259866" y="1654344"/>
                </a:cubicBezTo>
                <a:cubicBezTo>
                  <a:pt x="1260841" y="1655032"/>
                  <a:pt x="1262045" y="1655606"/>
                  <a:pt x="1263480" y="1656065"/>
                </a:cubicBezTo>
                <a:cubicBezTo>
                  <a:pt x="1264914" y="1656524"/>
                  <a:pt x="1266778" y="1656868"/>
                  <a:pt x="1269072" y="1657097"/>
                </a:cubicBezTo>
                <a:cubicBezTo>
                  <a:pt x="1271367" y="1657327"/>
                  <a:pt x="1274149" y="1657470"/>
                  <a:pt x="1277418" y="1657528"/>
                </a:cubicBezTo>
                <a:cubicBezTo>
                  <a:pt x="1280688" y="1657585"/>
                  <a:pt x="1284617" y="1657614"/>
                  <a:pt x="1289206" y="1657614"/>
                </a:cubicBezTo>
                <a:cubicBezTo>
                  <a:pt x="1294942" y="1657614"/>
                  <a:pt x="1299588" y="1657528"/>
                  <a:pt x="1303145" y="1657356"/>
                </a:cubicBezTo>
                <a:cubicBezTo>
                  <a:pt x="1306701" y="1657183"/>
                  <a:pt x="1309512" y="1656782"/>
                  <a:pt x="1311577" y="1656151"/>
                </a:cubicBezTo>
                <a:cubicBezTo>
                  <a:pt x="1313642" y="1655520"/>
                  <a:pt x="1315133" y="1654602"/>
                  <a:pt x="1316051" y="1653398"/>
                </a:cubicBezTo>
                <a:cubicBezTo>
                  <a:pt x="1316968" y="1652193"/>
                  <a:pt x="1317714" y="1650616"/>
                  <a:pt x="1318288" y="1648665"/>
                </a:cubicBezTo>
                <a:lnTo>
                  <a:pt x="1384712" y="1451115"/>
                </a:lnTo>
                <a:cubicBezTo>
                  <a:pt x="1386088" y="1447099"/>
                  <a:pt x="1386977" y="1443887"/>
                  <a:pt x="1387379" y="1441478"/>
                </a:cubicBezTo>
                <a:cubicBezTo>
                  <a:pt x="1387780" y="1439069"/>
                  <a:pt x="1387436" y="1437205"/>
                  <a:pt x="1386346" y="1435885"/>
                </a:cubicBezTo>
                <a:cubicBezTo>
                  <a:pt x="1385257" y="1434566"/>
                  <a:pt x="1383249" y="1433734"/>
                  <a:pt x="1380324" y="1433390"/>
                </a:cubicBezTo>
                <a:cubicBezTo>
                  <a:pt x="1377398" y="1433046"/>
                  <a:pt x="1373297" y="1432874"/>
                  <a:pt x="1368020" y="1432874"/>
                </a:cubicBezTo>
                <a:cubicBezTo>
                  <a:pt x="1362628" y="1432874"/>
                  <a:pt x="1358383" y="1432989"/>
                  <a:pt x="1355286" y="1433218"/>
                </a:cubicBezTo>
                <a:cubicBezTo>
                  <a:pt x="1352188" y="1433447"/>
                  <a:pt x="1349808" y="1433906"/>
                  <a:pt x="1348144" y="1434595"/>
                </a:cubicBezTo>
                <a:cubicBezTo>
                  <a:pt x="1346481" y="1435283"/>
                  <a:pt x="1345305" y="1436229"/>
                  <a:pt x="1344616" y="1437434"/>
                </a:cubicBezTo>
                <a:cubicBezTo>
                  <a:pt x="1343928" y="1438639"/>
                  <a:pt x="1343355" y="1440216"/>
                  <a:pt x="1342896" y="1442166"/>
                </a:cubicBezTo>
                <a:lnTo>
                  <a:pt x="1289722" y="1613044"/>
                </a:lnTo>
                <a:lnTo>
                  <a:pt x="1289550" y="1613044"/>
                </a:lnTo>
                <a:lnTo>
                  <a:pt x="1235344" y="1441306"/>
                </a:lnTo>
                <a:cubicBezTo>
                  <a:pt x="1234770" y="1439585"/>
                  <a:pt x="1234168" y="1438151"/>
                  <a:pt x="1233537" y="1437004"/>
                </a:cubicBezTo>
                <a:cubicBezTo>
                  <a:pt x="1232906" y="1435857"/>
                  <a:pt x="1231788" y="1434996"/>
                  <a:pt x="1230182" y="1434423"/>
                </a:cubicBezTo>
                <a:cubicBezTo>
                  <a:pt x="1228575" y="1433849"/>
                  <a:pt x="1226281" y="1433447"/>
                  <a:pt x="1223298" y="1433218"/>
                </a:cubicBezTo>
                <a:cubicBezTo>
                  <a:pt x="1220315" y="1432989"/>
                  <a:pt x="1216185" y="1432874"/>
                  <a:pt x="1210908" y="1432874"/>
                </a:cubicBezTo>
                <a:close/>
                <a:moveTo>
                  <a:pt x="1712515" y="1422893"/>
                </a:moveTo>
                <a:cubicBezTo>
                  <a:pt x="1702764" y="1422893"/>
                  <a:pt x="1696138" y="1424585"/>
                  <a:pt x="1692639" y="1427970"/>
                </a:cubicBezTo>
                <a:cubicBezTo>
                  <a:pt x="1689140" y="1431354"/>
                  <a:pt x="1687391" y="1437405"/>
                  <a:pt x="1687391" y="1446124"/>
                </a:cubicBezTo>
                <a:cubicBezTo>
                  <a:pt x="1687391" y="1454499"/>
                  <a:pt x="1689083" y="1460292"/>
                  <a:pt x="1692467" y="1463505"/>
                </a:cubicBezTo>
                <a:cubicBezTo>
                  <a:pt x="1695852" y="1466717"/>
                  <a:pt x="1702419" y="1468323"/>
                  <a:pt x="1712171" y="1468323"/>
                </a:cubicBezTo>
                <a:cubicBezTo>
                  <a:pt x="1721807" y="1468323"/>
                  <a:pt x="1728404" y="1466659"/>
                  <a:pt x="1731960" y="1463332"/>
                </a:cubicBezTo>
                <a:cubicBezTo>
                  <a:pt x="1735517" y="1460006"/>
                  <a:pt x="1737295" y="1453983"/>
                  <a:pt x="1737295" y="1445264"/>
                </a:cubicBezTo>
                <a:cubicBezTo>
                  <a:pt x="1737295" y="1436889"/>
                  <a:pt x="1735574" y="1431067"/>
                  <a:pt x="1732132" y="1427797"/>
                </a:cubicBezTo>
                <a:cubicBezTo>
                  <a:pt x="1728691" y="1424528"/>
                  <a:pt x="1722152" y="1422893"/>
                  <a:pt x="1712515" y="1422893"/>
                </a:cubicBezTo>
                <a:close/>
                <a:moveTo>
                  <a:pt x="2160018" y="1417042"/>
                </a:moveTo>
                <a:cubicBezTo>
                  <a:pt x="2155773" y="1417042"/>
                  <a:pt x="2152274" y="1417214"/>
                  <a:pt x="2149521" y="1417559"/>
                </a:cubicBezTo>
                <a:cubicBezTo>
                  <a:pt x="2146767" y="1417903"/>
                  <a:pt x="2144559" y="1418390"/>
                  <a:pt x="2142896" y="1419021"/>
                </a:cubicBezTo>
                <a:cubicBezTo>
                  <a:pt x="2141232" y="1419652"/>
                  <a:pt x="2140056" y="1420427"/>
                  <a:pt x="2139368" y="1421344"/>
                </a:cubicBezTo>
                <a:cubicBezTo>
                  <a:pt x="2138680" y="1422262"/>
                  <a:pt x="2138335" y="1423295"/>
                  <a:pt x="2138335" y="1424442"/>
                </a:cubicBezTo>
                <a:lnTo>
                  <a:pt x="2138335" y="1650730"/>
                </a:lnTo>
                <a:cubicBezTo>
                  <a:pt x="2138335" y="1651878"/>
                  <a:pt x="2138680" y="1652881"/>
                  <a:pt x="2139368" y="1653742"/>
                </a:cubicBezTo>
                <a:cubicBezTo>
                  <a:pt x="2140056" y="1654602"/>
                  <a:pt x="2141232" y="1655319"/>
                  <a:pt x="2142896" y="1655893"/>
                </a:cubicBezTo>
                <a:cubicBezTo>
                  <a:pt x="2144559" y="1656466"/>
                  <a:pt x="2146767" y="1656897"/>
                  <a:pt x="2149521" y="1657183"/>
                </a:cubicBezTo>
                <a:cubicBezTo>
                  <a:pt x="2152274" y="1657470"/>
                  <a:pt x="2155773" y="1657614"/>
                  <a:pt x="2160018" y="1657614"/>
                </a:cubicBezTo>
                <a:cubicBezTo>
                  <a:pt x="2164263" y="1657614"/>
                  <a:pt x="2167761" y="1657470"/>
                  <a:pt x="2170515" y="1657183"/>
                </a:cubicBezTo>
                <a:cubicBezTo>
                  <a:pt x="2173268" y="1656897"/>
                  <a:pt x="2175477" y="1656466"/>
                  <a:pt x="2177140" y="1655893"/>
                </a:cubicBezTo>
                <a:cubicBezTo>
                  <a:pt x="2178803" y="1655319"/>
                  <a:pt x="2179979" y="1654602"/>
                  <a:pt x="2180668" y="1653742"/>
                </a:cubicBezTo>
                <a:cubicBezTo>
                  <a:pt x="2181356" y="1652881"/>
                  <a:pt x="2181700" y="1651878"/>
                  <a:pt x="2181700" y="1650730"/>
                </a:cubicBezTo>
                <a:lnTo>
                  <a:pt x="2181700" y="1424442"/>
                </a:lnTo>
                <a:cubicBezTo>
                  <a:pt x="2181700" y="1423295"/>
                  <a:pt x="2181356" y="1422262"/>
                  <a:pt x="2180668" y="1421344"/>
                </a:cubicBezTo>
                <a:cubicBezTo>
                  <a:pt x="2179979" y="1420427"/>
                  <a:pt x="2178803" y="1419652"/>
                  <a:pt x="2177140" y="1419021"/>
                </a:cubicBezTo>
                <a:cubicBezTo>
                  <a:pt x="2175477" y="1418390"/>
                  <a:pt x="2173268" y="1417903"/>
                  <a:pt x="2170515" y="1417559"/>
                </a:cubicBezTo>
                <a:cubicBezTo>
                  <a:pt x="2167761" y="1417214"/>
                  <a:pt x="2164263" y="1417042"/>
                  <a:pt x="2160018" y="1417042"/>
                </a:cubicBezTo>
                <a:close/>
                <a:moveTo>
                  <a:pt x="1969518" y="1417042"/>
                </a:moveTo>
                <a:cubicBezTo>
                  <a:pt x="1965273" y="1417042"/>
                  <a:pt x="1961774" y="1417214"/>
                  <a:pt x="1959021" y="1417559"/>
                </a:cubicBezTo>
                <a:cubicBezTo>
                  <a:pt x="1956267" y="1417903"/>
                  <a:pt x="1954059" y="1418390"/>
                  <a:pt x="1952396" y="1419021"/>
                </a:cubicBezTo>
                <a:cubicBezTo>
                  <a:pt x="1950732" y="1419652"/>
                  <a:pt x="1949556" y="1420427"/>
                  <a:pt x="1948868" y="1421344"/>
                </a:cubicBezTo>
                <a:cubicBezTo>
                  <a:pt x="1948180" y="1422262"/>
                  <a:pt x="1947835" y="1423295"/>
                  <a:pt x="1947835" y="1424442"/>
                </a:cubicBezTo>
                <a:lnTo>
                  <a:pt x="1947835" y="1650730"/>
                </a:lnTo>
                <a:cubicBezTo>
                  <a:pt x="1947835" y="1651992"/>
                  <a:pt x="1948122" y="1653053"/>
                  <a:pt x="1948696" y="1653914"/>
                </a:cubicBezTo>
                <a:cubicBezTo>
                  <a:pt x="1949269" y="1654774"/>
                  <a:pt x="1950273" y="1655491"/>
                  <a:pt x="1951707" y="1656065"/>
                </a:cubicBezTo>
                <a:cubicBezTo>
                  <a:pt x="1953141" y="1656639"/>
                  <a:pt x="1955034" y="1657040"/>
                  <a:pt x="1957386" y="1657269"/>
                </a:cubicBezTo>
                <a:cubicBezTo>
                  <a:pt x="1959738" y="1657499"/>
                  <a:pt x="1962692" y="1657614"/>
                  <a:pt x="1966248" y="1657614"/>
                </a:cubicBezTo>
                <a:cubicBezTo>
                  <a:pt x="1969690" y="1657614"/>
                  <a:pt x="1972615" y="1657499"/>
                  <a:pt x="1975024" y="1657269"/>
                </a:cubicBezTo>
                <a:cubicBezTo>
                  <a:pt x="1977434" y="1657040"/>
                  <a:pt x="1979355" y="1656639"/>
                  <a:pt x="1980789" y="1656065"/>
                </a:cubicBezTo>
                <a:cubicBezTo>
                  <a:pt x="1982223" y="1655491"/>
                  <a:pt x="1983256" y="1654774"/>
                  <a:pt x="1983887" y="1653914"/>
                </a:cubicBezTo>
                <a:cubicBezTo>
                  <a:pt x="1984518" y="1653053"/>
                  <a:pt x="1984833" y="1651992"/>
                  <a:pt x="1984833" y="1650730"/>
                </a:cubicBezTo>
                <a:lnTo>
                  <a:pt x="1984833" y="1634038"/>
                </a:lnTo>
                <a:cubicBezTo>
                  <a:pt x="1988963" y="1638742"/>
                  <a:pt x="1993007" y="1642757"/>
                  <a:pt x="1996965" y="1646084"/>
                </a:cubicBezTo>
                <a:cubicBezTo>
                  <a:pt x="2000923" y="1649411"/>
                  <a:pt x="2004938" y="1652164"/>
                  <a:pt x="2009011" y="1654344"/>
                </a:cubicBezTo>
                <a:cubicBezTo>
                  <a:pt x="2013083" y="1656524"/>
                  <a:pt x="2017357" y="1658101"/>
                  <a:pt x="2021831" y="1659076"/>
                </a:cubicBezTo>
                <a:cubicBezTo>
                  <a:pt x="2026305" y="1660051"/>
                  <a:pt x="2031123" y="1660539"/>
                  <a:pt x="2036286" y="1660539"/>
                </a:cubicBezTo>
                <a:cubicBezTo>
                  <a:pt x="2046725" y="1660539"/>
                  <a:pt x="2056047" y="1658474"/>
                  <a:pt x="2064249" y="1654344"/>
                </a:cubicBezTo>
                <a:cubicBezTo>
                  <a:pt x="2072452" y="1650214"/>
                  <a:pt x="2079364" y="1644306"/>
                  <a:pt x="2084985" y="1636620"/>
                </a:cubicBezTo>
                <a:cubicBezTo>
                  <a:pt x="2090607" y="1628933"/>
                  <a:pt x="2094909" y="1619641"/>
                  <a:pt x="2097891" y="1608742"/>
                </a:cubicBezTo>
                <a:cubicBezTo>
                  <a:pt x="2100874" y="1597844"/>
                  <a:pt x="2102365" y="1585568"/>
                  <a:pt x="2102365" y="1571917"/>
                </a:cubicBezTo>
                <a:cubicBezTo>
                  <a:pt x="2102365" y="1560559"/>
                  <a:pt x="2101218" y="1549747"/>
                  <a:pt x="2098924" y="1539479"/>
                </a:cubicBezTo>
                <a:cubicBezTo>
                  <a:pt x="2096629" y="1529211"/>
                  <a:pt x="2092987" y="1520234"/>
                  <a:pt x="2087997" y="1512548"/>
                </a:cubicBezTo>
                <a:cubicBezTo>
                  <a:pt x="2083006" y="1504862"/>
                  <a:pt x="2076553" y="1498753"/>
                  <a:pt x="2068637" y="1494221"/>
                </a:cubicBezTo>
                <a:cubicBezTo>
                  <a:pt x="2060721" y="1489690"/>
                  <a:pt x="2051085" y="1487424"/>
                  <a:pt x="2039727" y="1487424"/>
                </a:cubicBezTo>
                <a:cubicBezTo>
                  <a:pt x="2035139" y="1487424"/>
                  <a:pt x="2030779" y="1487826"/>
                  <a:pt x="2026649" y="1488629"/>
                </a:cubicBezTo>
                <a:cubicBezTo>
                  <a:pt x="2022519" y="1489432"/>
                  <a:pt x="2018504" y="1490722"/>
                  <a:pt x="2014603" y="1492500"/>
                </a:cubicBezTo>
                <a:cubicBezTo>
                  <a:pt x="2010703" y="1494279"/>
                  <a:pt x="2006802" y="1496544"/>
                  <a:pt x="2002902" y="1499298"/>
                </a:cubicBezTo>
                <a:cubicBezTo>
                  <a:pt x="1999001" y="1502051"/>
                  <a:pt x="1995101" y="1505378"/>
                  <a:pt x="1991200" y="1509278"/>
                </a:cubicBezTo>
                <a:lnTo>
                  <a:pt x="1991200" y="1424442"/>
                </a:lnTo>
                <a:cubicBezTo>
                  <a:pt x="1991200" y="1423295"/>
                  <a:pt x="1990856" y="1422262"/>
                  <a:pt x="1990168" y="1421344"/>
                </a:cubicBezTo>
                <a:cubicBezTo>
                  <a:pt x="1989479" y="1420427"/>
                  <a:pt x="1988303" y="1419652"/>
                  <a:pt x="1986640" y="1419021"/>
                </a:cubicBezTo>
                <a:cubicBezTo>
                  <a:pt x="1984977" y="1418390"/>
                  <a:pt x="1982768" y="1417903"/>
                  <a:pt x="1980015" y="1417559"/>
                </a:cubicBezTo>
                <a:cubicBezTo>
                  <a:pt x="1977261" y="1417214"/>
                  <a:pt x="1973763" y="1417042"/>
                  <a:pt x="1969518" y="1417042"/>
                </a:cubicBezTo>
                <a:close/>
                <a:moveTo>
                  <a:pt x="0" y="0"/>
                </a:moveTo>
                <a:lnTo>
                  <a:pt x="3381375" y="0"/>
                </a:lnTo>
                <a:lnTo>
                  <a:pt x="3381375" y="3381375"/>
                </a:lnTo>
                <a:lnTo>
                  <a:pt x="0" y="3381375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4623481" y="136384"/>
            <a:ext cx="2945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Variables in C</a:t>
            </a:r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ED0CCA27-C36F-7582-8291-AF6173C12700}"/>
              </a:ext>
            </a:extLst>
          </p:cNvPr>
          <p:cNvSpPr/>
          <p:nvPr/>
        </p:nvSpPr>
        <p:spPr>
          <a:xfrm>
            <a:off x="9685553" y="183778"/>
            <a:ext cx="1487938" cy="1358900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7D9BCB-F413-E367-568F-CF0CBEF439C8}"/>
              </a:ext>
            </a:extLst>
          </p:cNvPr>
          <p:cNvSpPr txBox="1"/>
          <p:nvPr/>
        </p:nvSpPr>
        <p:spPr>
          <a:xfrm>
            <a:off x="571500" y="911360"/>
            <a:ext cx="1126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  <a:endParaRPr lang="en-US" sz="2800" b="1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8EC87B-1EE0-FDFD-F462-52C71E495D1E}"/>
              </a:ext>
            </a:extLst>
          </p:cNvPr>
          <p:cNvSpPr txBox="1"/>
          <p:nvPr/>
        </p:nvSpPr>
        <p:spPr>
          <a:xfrm>
            <a:off x="1853646" y="1555939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Type  name;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F8AD98-3A0D-BA5F-281F-66D14522ACDE}"/>
              </a:ext>
            </a:extLst>
          </p:cNvPr>
          <p:cNvSpPr txBox="1"/>
          <p:nvPr/>
        </p:nvSpPr>
        <p:spPr>
          <a:xfrm>
            <a:off x="571500" y="2140714"/>
            <a:ext cx="54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</a:t>
            </a:r>
            <a:endParaRPr lang="en-US" sz="2800" b="1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7EE502-DC98-B6DC-B178-BCE1F90DE4AC}"/>
              </a:ext>
            </a:extLst>
          </p:cNvPr>
          <p:cNvSpPr txBox="1"/>
          <p:nvPr/>
        </p:nvSpPr>
        <p:spPr>
          <a:xfrm>
            <a:off x="1811440" y="2632115"/>
            <a:ext cx="628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Type  name = initial value;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855B3DB-A0C1-A628-4678-B779EDF93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742" y="4003758"/>
            <a:ext cx="4286848" cy="17528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989BED7-6011-CAE1-318E-22F65313A264}"/>
              </a:ext>
            </a:extLst>
          </p:cNvPr>
          <p:cNvSpPr txBox="1"/>
          <p:nvPr/>
        </p:nvSpPr>
        <p:spPr>
          <a:xfrm>
            <a:off x="5848349" y="4231901"/>
            <a:ext cx="4780237" cy="30777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 char variable and initialize it with </a:t>
            </a:r>
            <a:r>
              <a:rPr lang="en-US" sz="1400" b="1" i="0" dirty="0">
                <a:solidFill>
                  <a:srgbClr val="F874F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FB76FC-42A4-D9C1-3422-E466252DDC67}"/>
              </a:ext>
            </a:extLst>
          </p:cNvPr>
          <p:cNvSpPr txBox="1"/>
          <p:nvPr/>
        </p:nvSpPr>
        <p:spPr>
          <a:xfrm>
            <a:off x="5848349" y="4709101"/>
            <a:ext cx="5001938" cy="553998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 int variable with initialization, it will</a:t>
            </a:r>
          </a:p>
          <a:p>
            <a:pPr algn="ctr"/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have a random value, called </a:t>
            </a:r>
            <a:r>
              <a:rPr lang="en-US" sz="1600" b="1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garbage</a:t>
            </a:r>
            <a:endParaRPr lang="en-US" sz="14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361869-86E5-FB60-F8C7-21EA9F955CC7}"/>
              </a:ext>
            </a:extLst>
          </p:cNvPr>
          <p:cNvSpPr txBox="1"/>
          <p:nvPr/>
        </p:nvSpPr>
        <p:spPr>
          <a:xfrm>
            <a:off x="5848349" y="5411374"/>
            <a:ext cx="6271861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 float variable and initialize it with floating number.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7E89FFC-44C8-E565-727A-CA8E85E697C8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3453166" y="4385789"/>
            <a:ext cx="2395183" cy="1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F9C69B-4075-D6A1-7A3D-2250A5480B83}"/>
              </a:ext>
            </a:extLst>
          </p:cNvPr>
          <p:cNvCxnSpPr>
            <a:cxnSpLocks/>
            <a:stCxn id="58" idx="1"/>
          </p:cNvCxnSpPr>
          <p:nvPr/>
        </p:nvCxnSpPr>
        <p:spPr>
          <a:xfrm flipH="1" flipV="1">
            <a:off x="2571750" y="4951098"/>
            <a:ext cx="3276599" cy="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9E28BA2-3040-1466-ABA4-3B509FBD327A}"/>
              </a:ext>
            </a:extLst>
          </p:cNvPr>
          <p:cNvCxnSpPr>
            <a:cxnSpLocks/>
            <a:stCxn id="59" idx="1"/>
          </p:cNvCxnSpPr>
          <p:nvPr/>
        </p:nvCxnSpPr>
        <p:spPr>
          <a:xfrm flipH="1" flipV="1">
            <a:off x="4019550" y="5551408"/>
            <a:ext cx="1828800" cy="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4219525" y="136384"/>
            <a:ext cx="3752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Variable Naming Rules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7E89FFC-44C8-E565-727A-CA8E85E697C8}"/>
              </a:ext>
            </a:extLst>
          </p:cNvPr>
          <p:cNvCxnSpPr>
            <a:cxnSpLocks/>
          </p:cNvCxnSpPr>
          <p:nvPr/>
        </p:nvCxnSpPr>
        <p:spPr>
          <a:xfrm flipH="1">
            <a:off x="3012457" y="3429000"/>
            <a:ext cx="3276599" cy="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F9C69B-4075-D6A1-7A3D-2250A5480B83}"/>
              </a:ext>
            </a:extLst>
          </p:cNvPr>
          <p:cNvCxnSpPr>
            <a:cxnSpLocks/>
          </p:cNvCxnSpPr>
          <p:nvPr/>
        </p:nvCxnSpPr>
        <p:spPr>
          <a:xfrm flipH="1" flipV="1">
            <a:off x="3012457" y="2874648"/>
            <a:ext cx="3276599" cy="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7C01D9-B91F-0FD0-5393-44E1193A78EE}"/>
              </a:ext>
            </a:extLst>
          </p:cNvPr>
          <p:cNvSpPr txBox="1"/>
          <p:nvPr/>
        </p:nvSpPr>
        <p:spPr>
          <a:xfrm>
            <a:off x="1171525" y="507229"/>
            <a:ext cx="6096000" cy="217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Variable can contain:</a:t>
            </a: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Capital Letters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endParaRPr lang="en-US" sz="1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Small Letters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endParaRPr lang="en-US" sz="1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Numbers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endParaRPr lang="en-US" sz="1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Underscore  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First Character must be alphabet or Underscore: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994DF-D867-95F4-B86B-ADC731208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83" y="2685005"/>
            <a:ext cx="1314633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C451C8-62E0-6612-CB51-489A1716ADD8}"/>
              </a:ext>
            </a:extLst>
          </p:cNvPr>
          <p:cNvSpPr txBox="1"/>
          <p:nvPr/>
        </p:nvSpPr>
        <p:spPr>
          <a:xfrm>
            <a:off x="6358312" y="2689982"/>
            <a:ext cx="94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Allowed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7F472-D6B3-6576-0774-A00F73D4A47B}"/>
              </a:ext>
            </a:extLst>
          </p:cNvPr>
          <p:cNvSpPr txBox="1"/>
          <p:nvPr/>
        </p:nvSpPr>
        <p:spPr>
          <a:xfrm>
            <a:off x="6358312" y="3244334"/>
            <a:ext cx="132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allowed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993A9-A9D3-DE3E-4B9E-73DF2477089A}"/>
              </a:ext>
            </a:extLst>
          </p:cNvPr>
          <p:cNvSpPr txBox="1"/>
          <p:nvPr/>
        </p:nvSpPr>
        <p:spPr>
          <a:xfrm>
            <a:off x="1171525" y="3822023"/>
            <a:ext cx="8584692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Blanks &amp; Commas are not allowed</a:t>
            </a: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No Special Symbols other than underscore are allowed, </a:t>
            </a:r>
            <a:r>
              <a:rPr lang="en-US" sz="1600" b="1" i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  ?, #, ….. </a:t>
            </a:r>
            <a:r>
              <a:rPr lang="en-US" sz="1600" b="1" i="1" dirty="0" err="1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endParaRPr lang="en-US" sz="1600" b="1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Variable name Should not be Reserved Word</a:t>
            </a: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Variable name can not be repeated in the same scope </a:t>
            </a:r>
            <a:r>
              <a:rPr lang="en-US" sz="1600" b="1" i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“Will be clarified later”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997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5000190" y="136384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 Black" panose="020B0A04020102020204" pitchFamily="34" charset="0"/>
                <a:ea typeface="Cambria" panose="02040503050406030204" pitchFamily="18" charset="0"/>
              </a:rPr>
              <a:t>Question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C01D9-B91F-0FD0-5393-44E1193A78EE}"/>
              </a:ext>
            </a:extLst>
          </p:cNvPr>
          <p:cNvSpPr txBox="1"/>
          <p:nvPr/>
        </p:nvSpPr>
        <p:spPr>
          <a:xfrm>
            <a:off x="895300" y="793018"/>
            <a:ext cx="8705900" cy="49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will be the output of the following code … ?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EE8E4-39AD-2952-7D18-E163C618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77" y="1361808"/>
            <a:ext cx="2857919" cy="3368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AA4F5F-D4EA-78A5-2A61-91F9E0E6A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050" y="1744622"/>
            <a:ext cx="7403972" cy="33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97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5079540" y="136384"/>
            <a:ext cx="2032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 Black" panose="020B0A04020102020204" pitchFamily="34" charset="0"/>
                <a:ea typeface="Cambria" panose="02040503050406030204" pitchFamily="18" charset="0"/>
              </a:rPr>
              <a:t>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EE8E4-39AD-2952-7D18-E163C618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77" y="1361808"/>
            <a:ext cx="2857919" cy="3368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AA4F5F-D4EA-78A5-2A61-91F9E0E6A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969" y="834566"/>
            <a:ext cx="4610150" cy="2097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8B672C-6D0C-EF21-F25E-84BEB9939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40" y="4163974"/>
            <a:ext cx="3924432" cy="369926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34ADA32-702C-F29B-1A98-AB4F4644B268}"/>
              </a:ext>
            </a:extLst>
          </p:cNvPr>
          <p:cNvCxnSpPr>
            <a:cxnSpLocks/>
            <a:stCxn id="12" idx="2"/>
            <a:endCxn id="5" idx="1"/>
          </p:cNvCxnSpPr>
          <p:nvPr/>
        </p:nvCxnSpPr>
        <p:spPr>
          <a:xfrm rot="16200000" flipH="1">
            <a:off x="3769900" y="3039296"/>
            <a:ext cx="1416785" cy="1202496"/>
          </a:xfrm>
          <a:prstGeom prst="bentConnector2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96ABF9-AA8B-E795-6876-636D15ED7768}"/>
              </a:ext>
            </a:extLst>
          </p:cNvPr>
          <p:cNvSpPr/>
          <p:nvPr/>
        </p:nvSpPr>
        <p:spPr>
          <a:xfrm>
            <a:off x="3424606" y="3383757"/>
            <a:ext cx="904875" cy="438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2B97A9-88B0-BC04-D0BE-5DC402736042}"/>
              </a:ext>
            </a:extLst>
          </p:cNvPr>
          <p:cNvSpPr txBox="1"/>
          <p:nvPr/>
        </p:nvSpPr>
        <p:spPr>
          <a:xfrm>
            <a:off x="1571969" y="5316054"/>
            <a:ext cx="969645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0" dirty="0"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The string will be printed as it is, it will not replace </a:t>
            </a:r>
            <a:r>
              <a:rPr lang="en-US" sz="1400" b="1" i="1" dirty="0"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n-US" sz="1400" b="1" i="0" dirty="0"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with its value. Instead it will deal with x as a normal character not a variable.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658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4389443" y="136384"/>
            <a:ext cx="3413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Printing a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152F8-269B-90C6-0C42-1EB4225D7F5E}"/>
              </a:ext>
            </a:extLst>
          </p:cNvPr>
          <p:cNvSpPr txBox="1"/>
          <p:nvPr/>
        </p:nvSpPr>
        <p:spPr>
          <a:xfrm>
            <a:off x="1341442" y="727299"/>
            <a:ext cx="8716957" cy="17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i="1" dirty="0" err="1">
                <a:solidFill>
                  <a:srgbClr val="4F81BD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1" i="1" dirty="0">
                <a:solidFill>
                  <a:srgbClr val="4F81BD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function can print a variable inside the string, it could be done by inserting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format specifier that will be replaced by the values specified in subsequent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additional arguments.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FDBE27-72CB-B047-6463-F990F77B7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59" y="2430266"/>
            <a:ext cx="6297827" cy="36933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A0BD464-E523-F52E-DA2E-690A23BA9933}"/>
              </a:ext>
            </a:extLst>
          </p:cNvPr>
          <p:cNvSpPr/>
          <p:nvPr/>
        </p:nvSpPr>
        <p:spPr>
          <a:xfrm>
            <a:off x="6667500" y="2350532"/>
            <a:ext cx="457200" cy="45720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6660D33-808C-CC5F-63FB-3166D631E326}"/>
              </a:ext>
            </a:extLst>
          </p:cNvPr>
          <p:cNvCxnSpPr>
            <a:stCxn id="8" idx="4"/>
          </p:cNvCxnSpPr>
          <p:nvPr/>
        </p:nvCxnSpPr>
        <p:spPr>
          <a:xfrm rot="5400000" flipH="1" flipV="1">
            <a:off x="7249596" y="2361129"/>
            <a:ext cx="93107" cy="800100"/>
          </a:xfrm>
          <a:prstGeom prst="curvedConnector4">
            <a:avLst>
              <a:gd name="adj1" fmla="val -378518"/>
              <a:gd name="adj2" fmla="val 101191"/>
            </a:avLst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2963EF3-49E1-D4D8-253B-A60DD66E0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5" y="3517977"/>
            <a:ext cx="2447925" cy="2190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0402343-F134-4685-F4A7-FCCAB939D28D}"/>
              </a:ext>
            </a:extLst>
          </p:cNvPr>
          <p:cNvSpPr txBox="1"/>
          <p:nvPr/>
        </p:nvSpPr>
        <p:spPr>
          <a:xfrm>
            <a:off x="1341442" y="3059668"/>
            <a:ext cx="1562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sng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output</a:t>
            </a:r>
            <a:endParaRPr lang="en-US" sz="1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49ABE-AB30-5EB8-36B9-945F3EEE6119}"/>
              </a:ext>
            </a:extLst>
          </p:cNvPr>
          <p:cNvSpPr txBox="1"/>
          <p:nvPr/>
        </p:nvSpPr>
        <p:spPr>
          <a:xfrm>
            <a:off x="5900485" y="3136121"/>
            <a:ext cx="3157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format specifier will be</a:t>
            </a:r>
            <a:b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replaced by the value of x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AB3393-129C-17C3-C5F8-EEBC10CC5604}"/>
              </a:ext>
            </a:extLst>
          </p:cNvPr>
          <p:cNvSpPr txBox="1"/>
          <p:nvPr/>
        </p:nvSpPr>
        <p:spPr>
          <a:xfrm>
            <a:off x="1257099" y="5042362"/>
            <a:ext cx="2552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Common specifiers used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with </a:t>
            </a:r>
            <a:r>
              <a:rPr lang="en-US" sz="1800" b="1" i="1" dirty="0" err="1">
                <a:solidFill>
                  <a:srgbClr val="4F81BD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1" i="1" dirty="0">
                <a:solidFill>
                  <a:srgbClr val="4F81BD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function</a:t>
            </a:r>
            <a:r>
              <a:rPr lang="en-US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88C917-2F15-6F34-B716-A332FA1A3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625" y="4824710"/>
            <a:ext cx="4477150" cy="108163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A3F7C1-481F-87BD-4A69-0AA58521A6E8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3809800" y="5365528"/>
            <a:ext cx="1647825" cy="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76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883AF1-425E-84E0-3AFB-A7220FAB329A}"/>
              </a:ext>
            </a:extLst>
          </p:cNvPr>
          <p:cNvSpPr txBox="1"/>
          <p:nvPr/>
        </p:nvSpPr>
        <p:spPr>
          <a:xfrm>
            <a:off x="4644320" y="136384"/>
            <a:ext cx="2903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Scanning a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DF3874-A994-6C09-BFCA-273C5483BA1A}"/>
              </a:ext>
            </a:extLst>
          </p:cNvPr>
          <p:cNvSpPr txBox="1"/>
          <p:nvPr/>
        </p:nvSpPr>
        <p:spPr>
          <a:xfrm>
            <a:off x="723899" y="738420"/>
            <a:ext cx="1062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rgbClr val="4F81BD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800" b="1" i="1" dirty="0">
                <a:solidFill>
                  <a:srgbClr val="4F81BD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function is a part from the </a:t>
            </a:r>
            <a:r>
              <a:rPr lang="en-US" b="1" i="1" dirty="0" err="1">
                <a:solidFill>
                  <a:srgbClr val="4F81BD"/>
                </a:solidFill>
                <a:latin typeface="Consolas" panose="020B0609020204030204" pitchFamily="49" charset="0"/>
              </a:rPr>
              <a:t>stdio</a:t>
            </a:r>
            <a:r>
              <a:rPr lang="en-US" sz="1800" b="1" i="1" dirty="0">
                <a:solidFill>
                  <a:srgbClr val="4F81BD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library, it is used to get value from the user and save it in a variable.</a:t>
            </a:r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E8003A-383D-49F3-437B-CDA66E37E83F}"/>
              </a:ext>
            </a:extLst>
          </p:cNvPr>
          <p:cNvSpPr txBox="1"/>
          <p:nvPr/>
        </p:nvSpPr>
        <p:spPr>
          <a:xfrm>
            <a:off x="723899" y="1248123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  <a:endParaRPr lang="en-US" sz="2000" b="1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18DE0-3FA0-501D-0FDF-8FD4B43FE06A}"/>
              </a:ext>
            </a:extLst>
          </p:cNvPr>
          <p:cNvSpPr txBox="1"/>
          <p:nvPr/>
        </p:nvSpPr>
        <p:spPr>
          <a:xfrm>
            <a:off x="1028700" y="16990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“</a:t>
            </a:r>
            <a:r>
              <a:rPr lang="en-US" sz="1800" b="0" i="1" dirty="0" err="1">
                <a:solidFill>
                  <a:srgbClr val="F79646"/>
                </a:solidFill>
                <a:effectLst/>
                <a:latin typeface="Consolas" panose="020B0609020204030204" pitchFamily="49" charset="0"/>
              </a:rPr>
              <a:t>formatSpecifier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” , &amp;</a:t>
            </a:r>
            <a:r>
              <a:rPr lang="en-US" sz="1800" b="0" i="1" dirty="0" err="1">
                <a:solidFill>
                  <a:srgbClr val="F79646"/>
                </a:solidFill>
                <a:effectLst/>
                <a:latin typeface="Consolas" panose="020B0609020204030204" pitchFamily="49" charset="0"/>
              </a:rPr>
              <a:t>VariableName</a:t>
            </a:r>
            <a:r>
              <a:rPr lang="en-US" sz="1800" b="0" i="1" dirty="0">
                <a:solidFill>
                  <a:srgbClr val="F7964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718E076-7F2E-EDF4-F639-C68990A4269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44814" y="1343549"/>
            <a:ext cx="1126923" cy="357979"/>
          </a:xfrm>
          <a:prstGeom prst="bentConnector3">
            <a:avLst>
              <a:gd name="adj1" fmla="val 99586"/>
            </a:avLst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4B7F2B5-49E5-6BB2-C09C-8F36B2239ED1}"/>
              </a:ext>
            </a:extLst>
          </p:cNvPr>
          <p:cNvSpPr txBox="1"/>
          <p:nvPr/>
        </p:nvSpPr>
        <p:spPr>
          <a:xfrm>
            <a:off x="5824940" y="1234074"/>
            <a:ext cx="551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operator must be written and will be discussed later.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88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53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666</Words>
  <Application>Microsoft Office PowerPoint</Application>
  <PresentationFormat>Widescreen</PresentationFormat>
  <Paragraphs>90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Cambria</vt:lpstr>
      <vt:lpstr>Consolas</vt:lpstr>
      <vt:lpstr>Wingdings</vt:lpstr>
      <vt:lpstr>Office Theme</vt:lpstr>
      <vt:lpstr>   Programming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</dc:title>
  <dc:creator>kareem Mangoud Ahmed Ragab Mahmoud</dc:creator>
  <cp:lastModifiedBy>kareem Mangoud Ahmed Ragab Mahmoud</cp:lastModifiedBy>
  <cp:revision>35</cp:revision>
  <dcterms:created xsi:type="dcterms:W3CDTF">2022-08-08T06:29:55Z</dcterms:created>
  <dcterms:modified xsi:type="dcterms:W3CDTF">2022-08-08T14:48:01Z</dcterms:modified>
</cp:coreProperties>
</file>